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364085-5C77-4102-82BF-EC569B8D094F}">
  <a:tblStyle styleId="{E4364085-5C77-4102-82BF-EC569B8D094F}" styleName="Table_0">
    <a:wholeTbl>
      <a:tcTxStyle b="off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6bf34833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6bf3483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7b111d375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7b111d37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hu-HU"/>
              <a:t>Intro to graphs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Discord + WhatsApp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12225"/>
            <a:ext cx="4364600" cy="43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2600" y="1825625"/>
            <a:ext cx="4351201" cy="435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Attendance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888" y="1995113"/>
            <a:ext cx="4012225" cy="40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09601" y="1367603"/>
            <a:ext cx="7668213" cy="523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Graph: G = (V, 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Set of vertices: V = {1, 2, 3, 4, 5, 6}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Set of edges: E = {(1, 2), (1, 3), (2, 3), (4, 2), (6, 5)}</a:t>
            </a:r>
            <a:endParaRPr/>
          </a:p>
          <a:p>
            <a:pPr indent="0" lvl="0" marL="22907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</a:pPr>
            <a:r>
              <a:rPr lang="hu-HU">
                <a:solidFill>
                  <a:srgbClr val="FFFF00"/>
                </a:solidFill>
              </a:rPr>
              <a:t>E = {(1, 2), (1, 3), (2, 3), (4, 2), (6, 5)}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Path: series of vertices, </a:t>
            </a:r>
            <a:br>
              <a:rPr lang="hu-HU"/>
            </a:br>
            <a:r>
              <a:rPr lang="hu-HU"/>
              <a:t>    edge between consecutive ones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Cycle: first and last one</a:t>
            </a:r>
            <a:br>
              <a:rPr lang="hu-HU"/>
            </a:br>
            <a:r>
              <a:rPr lang="hu-HU"/>
              <a:t>      is connected as well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Degree: the number of edges</a:t>
            </a:r>
            <a:br>
              <a:rPr lang="hu-HU"/>
            </a:br>
            <a:r>
              <a:rPr lang="hu-HU"/>
              <a:t>                 connecting to a vertex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838200" y="108043"/>
            <a:ext cx="4697361" cy="1060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Definitions</a:t>
            </a:r>
            <a:endParaRPr b="1"/>
          </a:p>
        </p:txBody>
      </p:sp>
      <p:sp>
        <p:nvSpPr>
          <p:cNvPr id="106" name="Google Shape;106;p16"/>
          <p:cNvSpPr/>
          <p:nvPr/>
        </p:nvSpPr>
        <p:spPr>
          <a:xfrm>
            <a:off x="10523958" y="958496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u-H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9398164" y="1324256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1261377" y="1752022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10158198" y="1934902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10788468" y="2545547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9734970" y="2545547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112" name="Google Shape;112;p16"/>
          <p:cNvCxnSpPr>
            <a:stCxn id="107" idx="6"/>
            <a:endCxn id="106" idx="2"/>
          </p:cNvCxnSpPr>
          <p:nvPr/>
        </p:nvCxnSpPr>
        <p:spPr>
          <a:xfrm flipH="1" rot="10800000">
            <a:off x="9763924" y="1153313"/>
            <a:ext cx="759900" cy="365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16"/>
          <p:cNvCxnSpPr>
            <a:stCxn id="107" idx="5"/>
            <a:endCxn id="109" idx="1"/>
          </p:cNvCxnSpPr>
          <p:nvPr/>
        </p:nvCxnSpPr>
        <p:spPr>
          <a:xfrm>
            <a:off x="9710360" y="1656726"/>
            <a:ext cx="501300" cy="335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" name="Google Shape;114;p16"/>
          <p:cNvCxnSpPr>
            <a:stCxn id="111" idx="6"/>
            <a:endCxn id="110" idx="2"/>
          </p:cNvCxnSpPr>
          <p:nvPr/>
        </p:nvCxnSpPr>
        <p:spPr>
          <a:xfrm>
            <a:off x="10100730" y="2740304"/>
            <a:ext cx="687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16"/>
          <p:cNvCxnSpPr>
            <a:stCxn id="106" idx="4"/>
            <a:endCxn id="109" idx="7"/>
          </p:cNvCxnSpPr>
          <p:nvPr/>
        </p:nvCxnSpPr>
        <p:spPr>
          <a:xfrm flipH="1">
            <a:off x="10470438" y="1348009"/>
            <a:ext cx="236400" cy="643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16"/>
          <p:cNvCxnSpPr>
            <a:stCxn id="106" idx="5"/>
            <a:endCxn id="108" idx="1"/>
          </p:cNvCxnSpPr>
          <p:nvPr/>
        </p:nvCxnSpPr>
        <p:spPr>
          <a:xfrm>
            <a:off x="10836154" y="1290966"/>
            <a:ext cx="478800" cy="518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16"/>
          <p:cNvSpPr txBox="1"/>
          <p:nvPr/>
        </p:nvSpPr>
        <p:spPr>
          <a:xfrm>
            <a:off x="9470264" y="344251"/>
            <a:ext cx="23639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Undirected graph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0509253" y="4138091"/>
            <a:ext cx="365760" cy="389513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9383459" y="4503851"/>
            <a:ext cx="365760" cy="389513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11246672" y="4931617"/>
            <a:ext cx="365760" cy="389513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0143493" y="5114497"/>
            <a:ext cx="365760" cy="389513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10782590" y="5720100"/>
            <a:ext cx="365760" cy="389513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9729092" y="5720100"/>
            <a:ext cx="365760" cy="389513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124" name="Google Shape;124;p16"/>
          <p:cNvCxnSpPr>
            <a:stCxn id="119" idx="6"/>
            <a:endCxn id="118" idx="2"/>
          </p:cNvCxnSpPr>
          <p:nvPr/>
        </p:nvCxnSpPr>
        <p:spPr>
          <a:xfrm flipH="1" rot="10800000">
            <a:off x="9749219" y="4332908"/>
            <a:ext cx="759900" cy="3657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16"/>
          <p:cNvCxnSpPr>
            <a:stCxn id="119" idx="5"/>
            <a:endCxn id="121" idx="1"/>
          </p:cNvCxnSpPr>
          <p:nvPr/>
        </p:nvCxnSpPr>
        <p:spPr>
          <a:xfrm>
            <a:off x="9695655" y="4836321"/>
            <a:ext cx="501300" cy="3351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" name="Google Shape;126;p16"/>
          <p:cNvCxnSpPr>
            <a:stCxn id="123" idx="6"/>
            <a:endCxn id="122" idx="2"/>
          </p:cNvCxnSpPr>
          <p:nvPr/>
        </p:nvCxnSpPr>
        <p:spPr>
          <a:xfrm>
            <a:off x="10094852" y="5914857"/>
            <a:ext cx="687600" cy="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27" name="Google Shape;127;p16"/>
          <p:cNvCxnSpPr>
            <a:stCxn id="118" idx="4"/>
            <a:endCxn id="121" idx="7"/>
          </p:cNvCxnSpPr>
          <p:nvPr/>
        </p:nvCxnSpPr>
        <p:spPr>
          <a:xfrm flipH="1">
            <a:off x="10455733" y="4527604"/>
            <a:ext cx="236400" cy="6438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" name="Google Shape;128;p16"/>
          <p:cNvCxnSpPr>
            <a:stCxn id="118" idx="5"/>
            <a:endCxn id="120" idx="1"/>
          </p:cNvCxnSpPr>
          <p:nvPr/>
        </p:nvCxnSpPr>
        <p:spPr>
          <a:xfrm>
            <a:off x="10821449" y="4470561"/>
            <a:ext cx="478800" cy="51810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129" name="Google Shape;129;p16"/>
          <p:cNvSpPr txBox="1"/>
          <p:nvPr/>
        </p:nvSpPr>
        <p:spPr>
          <a:xfrm>
            <a:off x="9455559" y="3593007"/>
            <a:ext cx="20320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Directed graph</a:t>
            </a:r>
            <a:endParaRPr sz="2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9088448" y="312278"/>
            <a:ext cx="2871020" cy="2836543"/>
          </a:xfrm>
          <a:prstGeom prst="wedgeRoundRectCallout">
            <a:avLst>
              <a:gd fmla="val -72608" name="adj1"/>
              <a:gd fmla="val 29436" name="adj2"/>
              <a:gd fmla="val 16667" name="adj3"/>
            </a:avLst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9034884" y="3488662"/>
            <a:ext cx="2871020" cy="2836543"/>
          </a:xfrm>
          <a:prstGeom prst="wedgeRoundRectCallout">
            <a:avLst>
              <a:gd fmla="val -75006" name="adj1"/>
              <a:gd fmla="val -53409" name="adj2"/>
              <a:gd fmla="val 16667" name="adj3"/>
            </a:avLst>
          </a:prstGeom>
          <a:noFill/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889685" y="3573529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291396" y="3573529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664975" y="3807697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6096365" y="3807697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136" name="Google Shape;136;p16"/>
          <p:cNvCxnSpPr>
            <a:stCxn id="133" idx="6"/>
            <a:endCxn id="135" idx="2"/>
          </p:cNvCxnSpPr>
          <p:nvPr/>
        </p:nvCxnSpPr>
        <p:spPr>
          <a:xfrm>
            <a:off x="5657156" y="3768286"/>
            <a:ext cx="439200" cy="23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6"/>
          <p:cNvCxnSpPr>
            <a:stCxn id="132" idx="2"/>
            <a:endCxn id="135" idx="6"/>
          </p:cNvCxnSpPr>
          <p:nvPr/>
        </p:nvCxnSpPr>
        <p:spPr>
          <a:xfrm flipH="1">
            <a:off x="6462185" y="3768286"/>
            <a:ext cx="427500" cy="23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6"/>
          <p:cNvCxnSpPr>
            <a:stCxn id="132" idx="6"/>
            <a:endCxn id="134" idx="2"/>
          </p:cNvCxnSpPr>
          <p:nvPr/>
        </p:nvCxnSpPr>
        <p:spPr>
          <a:xfrm>
            <a:off x="7255445" y="3768286"/>
            <a:ext cx="409500" cy="23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16"/>
          <p:cNvSpPr/>
          <p:nvPr/>
        </p:nvSpPr>
        <p:spPr>
          <a:xfrm>
            <a:off x="5546779" y="4590488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4545420" y="4915475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293762" y="5317643"/>
            <a:ext cx="365760" cy="389513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142" name="Google Shape;142;p16"/>
          <p:cNvCxnSpPr>
            <a:stCxn id="140" idx="6"/>
            <a:endCxn id="139" idx="2"/>
          </p:cNvCxnSpPr>
          <p:nvPr/>
        </p:nvCxnSpPr>
        <p:spPr>
          <a:xfrm flipH="1" rot="10800000">
            <a:off x="4911180" y="4785332"/>
            <a:ext cx="635700" cy="324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16"/>
          <p:cNvCxnSpPr>
            <a:stCxn id="140" idx="5"/>
            <a:endCxn id="141" idx="1"/>
          </p:cNvCxnSpPr>
          <p:nvPr/>
        </p:nvCxnSpPr>
        <p:spPr>
          <a:xfrm>
            <a:off x="4857616" y="5247945"/>
            <a:ext cx="489600" cy="126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16"/>
          <p:cNvCxnSpPr>
            <a:stCxn id="139" idx="4"/>
            <a:endCxn id="141" idx="7"/>
          </p:cNvCxnSpPr>
          <p:nvPr/>
        </p:nvCxnSpPr>
        <p:spPr>
          <a:xfrm flipH="1">
            <a:off x="5606059" y="4980001"/>
            <a:ext cx="123600" cy="394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838200" y="204838"/>
            <a:ext cx="10515600" cy="952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Storing graphs (graph representations)</a:t>
            </a:r>
            <a:endParaRPr b="1"/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1554993" y="1370385"/>
            <a:ext cx="1678578" cy="433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/>
              <a:t>Edge list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1 2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3 1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3 4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1 5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6 5</a:t>
            </a:r>
            <a:endParaRPr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17"/>
          <p:cNvSpPr txBox="1"/>
          <p:nvPr>
            <p:ph idx="2" type="body"/>
          </p:nvPr>
        </p:nvSpPr>
        <p:spPr>
          <a:xfrm>
            <a:off x="7243310" y="1370384"/>
            <a:ext cx="3965463" cy="4420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/>
              <a:t>Adjacency list</a:t>
            </a:r>
            <a:endParaRPr/>
          </a:p>
          <a:p>
            <a:pPr indent="0" lvl="0" marL="461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1: 2 3 5</a:t>
            </a:r>
            <a:endParaRPr/>
          </a:p>
          <a:p>
            <a:pPr indent="0" lvl="0" marL="461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2: 3 1</a:t>
            </a:r>
            <a:endParaRPr/>
          </a:p>
          <a:p>
            <a:pPr indent="0" lvl="0" marL="461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3: 2 1 4</a:t>
            </a:r>
            <a:endParaRPr/>
          </a:p>
          <a:p>
            <a:pPr indent="0" lvl="0" marL="461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4: 3</a:t>
            </a:r>
            <a:endParaRPr/>
          </a:p>
          <a:p>
            <a:pPr indent="0" lvl="0" marL="461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5: 1 6</a:t>
            </a:r>
            <a:endParaRPr/>
          </a:p>
          <a:p>
            <a:pPr indent="0" lvl="0" marL="4619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6: 5</a:t>
            </a:r>
            <a:endParaRPr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233906" y="2358417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010179" y="3309887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157958" y="3046628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175793" y="2676845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472847" y="4343784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4201663" y="4155367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158" name="Google Shape;158;p17"/>
          <p:cNvCxnSpPr>
            <a:stCxn id="153" idx="7"/>
            <a:endCxn id="152" idx="4"/>
          </p:cNvCxnSpPr>
          <p:nvPr/>
        </p:nvCxnSpPr>
        <p:spPr>
          <a:xfrm flipH="1" rot="10800000">
            <a:off x="5426442" y="2877744"/>
            <a:ext cx="51300" cy="508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" name="Google Shape;159;p17"/>
          <p:cNvCxnSpPr>
            <a:stCxn id="153" idx="1"/>
            <a:endCxn id="155" idx="5"/>
          </p:cNvCxnSpPr>
          <p:nvPr/>
        </p:nvCxnSpPr>
        <p:spPr>
          <a:xfrm rot="10800000">
            <a:off x="4591999" y="3120144"/>
            <a:ext cx="489600" cy="265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17"/>
          <p:cNvCxnSpPr>
            <a:stCxn id="157" idx="6"/>
            <a:endCxn id="156" idx="2"/>
          </p:cNvCxnSpPr>
          <p:nvPr/>
        </p:nvCxnSpPr>
        <p:spPr>
          <a:xfrm>
            <a:off x="4689346" y="4415043"/>
            <a:ext cx="783600" cy="188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17"/>
          <p:cNvCxnSpPr>
            <a:stCxn id="152" idx="2"/>
            <a:endCxn id="155" idx="6"/>
          </p:cNvCxnSpPr>
          <p:nvPr/>
        </p:nvCxnSpPr>
        <p:spPr>
          <a:xfrm flipH="1">
            <a:off x="4663606" y="2618093"/>
            <a:ext cx="570300" cy="318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17"/>
          <p:cNvCxnSpPr>
            <a:stCxn id="152" idx="5"/>
            <a:endCxn id="154" idx="1"/>
          </p:cNvCxnSpPr>
          <p:nvPr/>
        </p:nvCxnSpPr>
        <p:spPr>
          <a:xfrm>
            <a:off x="5650169" y="2801711"/>
            <a:ext cx="579300" cy="321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17"/>
          <p:cNvCxnSpPr>
            <a:stCxn id="153" idx="3"/>
            <a:endCxn id="157" idx="7"/>
          </p:cNvCxnSpPr>
          <p:nvPr/>
        </p:nvCxnSpPr>
        <p:spPr>
          <a:xfrm flipH="1">
            <a:off x="4617799" y="3753181"/>
            <a:ext cx="463800" cy="478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838200" y="204838"/>
            <a:ext cx="10515600" cy="952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Storing graphs (graph representations)</a:t>
            </a:r>
            <a:endParaRPr b="1"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387109" y="1354470"/>
            <a:ext cx="1391937" cy="3388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/>
              <a:t>Input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</a:pPr>
            <a:r>
              <a:rPr lang="hu-HU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6 6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1 2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3 1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3 4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1 5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6 5</a:t>
            </a:r>
            <a:endParaRPr/>
          </a:p>
        </p:txBody>
      </p:sp>
      <p:sp>
        <p:nvSpPr>
          <p:cNvPr id="170" name="Google Shape;170;p18"/>
          <p:cNvSpPr txBox="1"/>
          <p:nvPr>
            <p:ph idx="2" type="body"/>
          </p:nvPr>
        </p:nvSpPr>
        <p:spPr>
          <a:xfrm>
            <a:off x="9020587" y="1360179"/>
            <a:ext cx="2714976" cy="359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/>
              <a:t>Storing</a:t>
            </a:r>
            <a:endParaRPr sz="2400"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1: 2 3 5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2: 3 1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3: 2 1 4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4: 3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5: 1 6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6: 5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0689516" y="4587673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10484575" y="5401321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11394347" y="5031592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9808584" y="4815196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0971822" y="6201915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9874564" y="6030405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177" name="Google Shape;177;p18"/>
          <p:cNvCxnSpPr>
            <a:stCxn id="172" idx="7"/>
            <a:endCxn id="171" idx="4"/>
          </p:cNvCxnSpPr>
          <p:nvPr/>
        </p:nvCxnSpPr>
        <p:spPr>
          <a:xfrm flipH="1" rot="10800000">
            <a:off x="10823445" y="5020402"/>
            <a:ext cx="64500" cy="44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18"/>
          <p:cNvCxnSpPr>
            <a:stCxn id="172" idx="1"/>
            <a:endCxn id="174" idx="5"/>
          </p:cNvCxnSpPr>
          <p:nvPr/>
        </p:nvCxnSpPr>
        <p:spPr>
          <a:xfrm rot="10800000">
            <a:off x="10147316" y="5184502"/>
            <a:ext cx="395400" cy="28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18"/>
          <p:cNvCxnSpPr>
            <a:stCxn id="176" idx="6"/>
            <a:endCxn id="175" idx="2"/>
          </p:cNvCxnSpPr>
          <p:nvPr/>
        </p:nvCxnSpPr>
        <p:spPr>
          <a:xfrm>
            <a:off x="10271575" y="6246801"/>
            <a:ext cx="700200" cy="17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" name="Google Shape;180;p18"/>
          <p:cNvCxnSpPr>
            <a:stCxn id="171" idx="2"/>
            <a:endCxn id="174" idx="6"/>
          </p:cNvCxnSpPr>
          <p:nvPr/>
        </p:nvCxnSpPr>
        <p:spPr>
          <a:xfrm flipH="1">
            <a:off x="10205616" y="4804069"/>
            <a:ext cx="483900" cy="227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18"/>
          <p:cNvCxnSpPr>
            <a:stCxn id="171" idx="6"/>
            <a:endCxn id="173" idx="1"/>
          </p:cNvCxnSpPr>
          <p:nvPr/>
        </p:nvCxnSpPr>
        <p:spPr>
          <a:xfrm>
            <a:off x="11086527" y="4804069"/>
            <a:ext cx="366000" cy="291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18"/>
          <p:cNvCxnSpPr>
            <a:stCxn id="172" idx="3"/>
            <a:endCxn id="176" idx="7"/>
          </p:cNvCxnSpPr>
          <p:nvPr/>
        </p:nvCxnSpPr>
        <p:spPr>
          <a:xfrm flipH="1">
            <a:off x="10213316" y="5770732"/>
            <a:ext cx="329400" cy="323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18"/>
          <p:cNvSpPr/>
          <p:nvPr/>
        </p:nvSpPr>
        <p:spPr>
          <a:xfrm>
            <a:off x="1252273" y="4681294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1047332" y="5494942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1957104" y="5125213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371341" y="4908817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1534579" y="6295536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37321" y="6124026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189" name="Google Shape;189;p18"/>
          <p:cNvCxnSpPr>
            <a:stCxn id="184" idx="7"/>
            <a:endCxn id="183" idx="4"/>
          </p:cNvCxnSpPr>
          <p:nvPr/>
        </p:nvCxnSpPr>
        <p:spPr>
          <a:xfrm flipH="1" rot="10800000">
            <a:off x="1386202" y="5114023"/>
            <a:ext cx="64500" cy="44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18"/>
          <p:cNvCxnSpPr>
            <a:stCxn id="184" idx="1"/>
            <a:endCxn id="186" idx="5"/>
          </p:cNvCxnSpPr>
          <p:nvPr/>
        </p:nvCxnSpPr>
        <p:spPr>
          <a:xfrm rot="10800000">
            <a:off x="710073" y="5278123"/>
            <a:ext cx="395400" cy="28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18"/>
          <p:cNvCxnSpPr>
            <a:stCxn id="188" idx="6"/>
            <a:endCxn id="187" idx="2"/>
          </p:cNvCxnSpPr>
          <p:nvPr/>
        </p:nvCxnSpPr>
        <p:spPr>
          <a:xfrm>
            <a:off x="834332" y="6340422"/>
            <a:ext cx="700200" cy="17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8"/>
          <p:cNvCxnSpPr>
            <a:stCxn id="183" idx="2"/>
            <a:endCxn id="186" idx="6"/>
          </p:cNvCxnSpPr>
          <p:nvPr/>
        </p:nvCxnSpPr>
        <p:spPr>
          <a:xfrm flipH="1">
            <a:off x="768373" y="4897690"/>
            <a:ext cx="483900" cy="227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3" name="Google Shape;193;p18"/>
          <p:cNvCxnSpPr>
            <a:stCxn id="183" idx="6"/>
            <a:endCxn id="185" idx="1"/>
          </p:cNvCxnSpPr>
          <p:nvPr/>
        </p:nvCxnSpPr>
        <p:spPr>
          <a:xfrm>
            <a:off x="1649284" y="4897690"/>
            <a:ext cx="366000" cy="291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4" name="Google Shape;194;p18"/>
          <p:cNvCxnSpPr>
            <a:stCxn id="184" idx="3"/>
            <a:endCxn id="188" idx="7"/>
          </p:cNvCxnSpPr>
          <p:nvPr/>
        </p:nvCxnSpPr>
        <p:spPr>
          <a:xfrm flipH="1">
            <a:off x="776073" y="5864353"/>
            <a:ext cx="329400" cy="323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18"/>
          <p:cNvSpPr txBox="1"/>
          <p:nvPr/>
        </p:nvSpPr>
        <p:spPr>
          <a:xfrm>
            <a:off x="3340389" y="1257306"/>
            <a:ext cx="5837334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100001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18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&lt;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push_back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push_back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0" lang="hu-HU" sz="18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 // undirected</a:t>
            </a:r>
            <a:endParaRPr b="0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&lt;=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": "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 "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endl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3765320" y="2388321"/>
            <a:ext cx="1994127" cy="560439"/>
          </a:xfrm>
          <a:prstGeom prst="wedgeRoundRectCallout">
            <a:avLst>
              <a:gd fmla="val -118701" name="adj1"/>
              <a:gd fmla="val -111184" name="adj2"/>
              <a:gd fmla="val 16667" name="adj3"/>
            </a:avLst>
          </a:prstGeom>
          <a:noFill/>
          <a:ln cap="flat" cmpd="sng" w="12700">
            <a:solidFill>
              <a:srgbClr val="FFF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9020587" y="1720243"/>
            <a:ext cx="1899440" cy="2544628"/>
          </a:xfrm>
          <a:prstGeom prst="wedgeRoundRectCallout">
            <a:avLst>
              <a:gd fmla="val -205775" name="adj1"/>
              <a:gd fmla="val -47249" name="adj2"/>
              <a:gd fmla="val 16667" name="adj3"/>
            </a:avLst>
          </a:prstGeom>
          <a:noFill/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838200" y="204838"/>
            <a:ext cx="10515600" cy="952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Storing graphs (graph representations)</a:t>
            </a:r>
            <a:endParaRPr b="1"/>
          </a:p>
        </p:txBody>
      </p:sp>
      <p:sp>
        <p:nvSpPr>
          <p:cNvPr id="203" name="Google Shape;203;p19"/>
          <p:cNvSpPr txBox="1"/>
          <p:nvPr>
            <p:ph idx="1" type="body"/>
          </p:nvPr>
        </p:nvSpPr>
        <p:spPr>
          <a:xfrm>
            <a:off x="1554993" y="1370385"/>
            <a:ext cx="1678578" cy="433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/>
              <a:t>Edge list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1 2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3 1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3 4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1 5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>
                <a:latin typeface="Courier New"/>
                <a:ea typeface="Courier New"/>
                <a:cs typeface="Courier New"/>
                <a:sym typeface="Courier New"/>
              </a:rPr>
              <a:t>6 5</a:t>
            </a:r>
            <a:endParaRPr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" name="Google Shape;204;p19"/>
          <p:cNvSpPr txBox="1"/>
          <p:nvPr>
            <p:ph idx="2" type="body"/>
          </p:nvPr>
        </p:nvSpPr>
        <p:spPr>
          <a:xfrm>
            <a:off x="7243310" y="1370384"/>
            <a:ext cx="4240767" cy="723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 sz="3600"/>
              <a:t>Adjacency matrix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233906" y="2358417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010179" y="3309887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157958" y="3046628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4175793" y="2676845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472847" y="4343784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4201663" y="4155367"/>
            <a:ext cx="487683" cy="519351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211" name="Google Shape;211;p19"/>
          <p:cNvCxnSpPr>
            <a:stCxn id="206" idx="7"/>
            <a:endCxn id="205" idx="4"/>
          </p:cNvCxnSpPr>
          <p:nvPr/>
        </p:nvCxnSpPr>
        <p:spPr>
          <a:xfrm flipH="1" rot="10800000">
            <a:off x="5426442" y="2877744"/>
            <a:ext cx="51300" cy="508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2" name="Google Shape;212;p19"/>
          <p:cNvCxnSpPr>
            <a:stCxn id="206" idx="1"/>
            <a:endCxn id="208" idx="5"/>
          </p:cNvCxnSpPr>
          <p:nvPr/>
        </p:nvCxnSpPr>
        <p:spPr>
          <a:xfrm rot="10800000">
            <a:off x="4591999" y="3120144"/>
            <a:ext cx="489600" cy="265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3" name="Google Shape;213;p19"/>
          <p:cNvCxnSpPr>
            <a:stCxn id="210" idx="6"/>
            <a:endCxn id="209" idx="2"/>
          </p:cNvCxnSpPr>
          <p:nvPr/>
        </p:nvCxnSpPr>
        <p:spPr>
          <a:xfrm>
            <a:off x="4689346" y="4415043"/>
            <a:ext cx="783600" cy="188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4" name="Google Shape;214;p19"/>
          <p:cNvCxnSpPr>
            <a:stCxn id="205" idx="2"/>
            <a:endCxn id="208" idx="6"/>
          </p:cNvCxnSpPr>
          <p:nvPr/>
        </p:nvCxnSpPr>
        <p:spPr>
          <a:xfrm flipH="1">
            <a:off x="4663606" y="2618093"/>
            <a:ext cx="570300" cy="318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5" name="Google Shape;215;p19"/>
          <p:cNvCxnSpPr>
            <a:stCxn id="205" idx="5"/>
            <a:endCxn id="207" idx="1"/>
          </p:cNvCxnSpPr>
          <p:nvPr/>
        </p:nvCxnSpPr>
        <p:spPr>
          <a:xfrm>
            <a:off x="5650169" y="2801711"/>
            <a:ext cx="579300" cy="321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" name="Google Shape;216;p19"/>
          <p:cNvCxnSpPr>
            <a:stCxn id="206" idx="3"/>
            <a:endCxn id="210" idx="7"/>
          </p:cNvCxnSpPr>
          <p:nvPr/>
        </p:nvCxnSpPr>
        <p:spPr>
          <a:xfrm flipH="1">
            <a:off x="4617799" y="3753181"/>
            <a:ext cx="463800" cy="478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17" name="Google Shape;217;p19"/>
          <p:cNvGraphicFramePr/>
          <p:nvPr/>
        </p:nvGraphicFramePr>
        <p:xfrm>
          <a:off x="7737138" y="21388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{E4364085-5C77-4102-82BF-EC569B8D094F}</a:tableStyleId>
              </a:tblPr>
              <a:tblGrid>
                <a:gridCol w="500150"/>
                <a:gridCol w="500150"/>
                <a:gridCol w="500150"/>
                <a:gridCol w="500150"/>
                <a:gridCol w="500150"/>
                <a:gridCol w="500150"/>
                <a:gridCol w="500150"/>
              </a:tblGrid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2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3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4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5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6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2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3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4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5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6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1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>
            <p:ph type="title"/>
          </p:nvPr>
        </p:nvSpPr>
        <p:spPr>
          <a:xfrm>
            <a:off x="838200" y="204838"/>
            <a:ext cx="10515600" cy="952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Storing graphs (graph representations)</a:t>
            </a:r>
            <a:endParaRPr b="1"/>
          </a:p>
        </p:txBody>
      </p:sp>
      <p:sp>
        <p:nvSpPr>
          <p:cNvPr id="223" name="Google Shape;223;p20"/>
          <p:cNvSpPr txBox="1"/>
          <p:nvPr>
            <p:ph idx="1" type="body"/>
          </p:nvPr>
        </p:nvSpPr>
        <p:spPr>
          <a:xfrm>
            <a:off x="1387109" y="1354470"/>
            <a:ext cx="1391937" cy="3388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/>
              <a:t>Input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</a:pPr>
            <a:r>
              <a:rPr lang="hu-HU" sz="2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6 6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1 2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3 1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3 4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1 5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6 5</a:t>
            </a:r>
            <a:endParaRPr/>
          </a:p>
        </p:txBody>
      </p:sp>
      <p:sp>
        <p:nvSpPr>
          <p:cNvPr id="224" name="Google Shape;224;p20"/>
          <p:cNvSpPr txBox="1"/>
          <p:nvPr>
            <p:ph idx="2" type="body"/>
          </p:nvPr>
        </p:nvSpPr>
        <p:spPr>
          <a:xfrm>
            <a:off x="9020587" y="1360179"/>
            <a:ext cx="2714976" cy="3594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/>
              <a:t>Storing</a:t>
            </a:r>
            <a:endParaRPr sz="2400"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0 1 1 0 1 0 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1 0 1 0 0 0 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1 1 0 1 0 0 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0 0 1 0 0 0 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1 0 0 0 0 1 </a:t>
            </a:r>
            <a:endParaRPr/>
          </a:p>
          <a:p>
            <a:pPr indent="0" lvl="0" marL="1666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hu-HU" sz="2400">
                <a:latin typeface="Courier New"/>
                <a:ea typeface="Courier New"/>
                <a:cs typeface="Courier New"/>
                <a:sym typeface="Courier New"/>
              </a:rPr>
              <a:t>0 0 0 0 1 0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0689516" y="4587673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0484575" y="5401321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11394347" y="5031592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9808584" y="4815196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10971822" y="6201915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9874564" y="6030405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231" name="Google Shape;231;p20"/>
          <p:cNvCxnSpPr>
            <a:stCxn id="226" idx="7"/>
            <a:endCxn id="225" idx="4"/>
          </p:cNvCxnSpPr>
          <p:nvPr/>
        </p:nvCxnSpPr>
        <p:spPr>
          <a:xfrm flipH="1" rot="10800000">
            <a:off x="10823445" y="5020402"/>
            <a:ext cx="64500" cy="44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2" name="Google Shape;232;p20"/>
          <p:cNvCxnSpPr>
            <a:stCxn id="226" idx="1"/>
            <a:endCxn id="228" idx="5"/>
          </p:cNvCxnSpPr>
          <p:nvPr/>
        </p:nvCxnSpPr>
        <p:spPr>
          <a:xfrm rot="10800000">
            <a:off x="10147316" y="5184502"/>
            <a:ext cx="395400" cy="28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3" name="Google Shape;233;p20"/>
          <p:cNvCxnSpPr>
            <a:stCxn id="230" idx="6"/>
            <a:endCxn id="229" idx="2"/>
          </p:cNvCxnSpPr>
          <p:nvPr/>
        </p:nvCxnSpPr>
        <p:spPr>
          <a:xfrm>
            <a:off x="10271575" y="6246801"/>
            <a:ext cx="700200" cy="17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4" name="Google Shape;234;p20"/>
          <p:cNvCxnSpPr>
            <a:stCxn id="225" idx="2"/>
            <a:endCxn id="228" idx="6"/>
          </p:cNvCxnSpPr>
          <p:nvPr/>
        </p:nvCxnSpPr>
        <p:spPr>
          <a:xfrm flipH="1">
            <a:off x="10205616" y="4804069"/>
            <a:ext cx="483900" cy="227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5" name="Google Shape;235;p20"/>
          <p:cNvCxnSpPr>
            <a:stCxn id="225" idx="6"/>
            <a:endCxn id="227" idx="1"/>
          </p:cNvCxnSpPr>
          <p:nvPr/>
        </p:nvCxnSpPr>
        <p:spPr>
          <a:xfrm>
            <a:off x="11086527" y="4804069"/>
            <a:ext cx="366000" cy="291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6" name="Google Shape;236;p20"/>
          <p:cNvCxnSpPr>
            <a:stCxn id="226" idx="3"/>
            <a:endCxn id="230" idx="7"/>
          </p:cNvCxnSpPr>
          <p:nvPr/>
        </p:nvCxnSpPr>
        <p:spPr>
          <a:xfrm flipH="1">
            <a:off x="10213316" y="5770732"/>
            <a:ext cx="329400" cy="323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7" name="Google Shape;237;p20"/>
          <p:cNvSpPr/>
          <p:nvPr/>
        </p:nvSpPr>
        <p:spPr>
          <a:xfrm>
            <a:off x="1252273" y="4681294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047332" y="5494942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1957104" y="5125213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371341" y="4908817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534579" y="6295536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437321" y="6124026"/>
            <a:ext cx="397011" cy="432792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243" name="Google Shape;243;p20"/>
          <p:cNvCxnSpPr>
            <a:stCxn id="238" idx="7"/>
            <a:endCxn id="237" idx="4"/>
          </p:cNvCxnSpPr>
          <p:nvPr/>
        </p:nvCxnSpPr>
        <p:spPr>
          <a:xfrm flipH="1" rot="10800000">
            <a:off x="1386202" y="5114023"/>
            <a:ext cx="64500" cy="44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20"/>
          <p:cNvCxnSpPr>
            <a:stCxn id="238" idx="1"/>
            <a:endCxn id="240" idx="5"/>
          </p:cNvCxnSpPr>
          <p:nvPr/>
        </p:nvCxnSpPr>
        <p:spPr>
          <a:xfrm rot="10800000">
            <a:off x="710073" y="5278123"/>
            <a:ext cx="395400" cy="280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20"/>
          <p:cNvCxnSpPr>
            <a:stCxn id="242" idx="6"/>
            <a:endCxn id="241" idx="2"/>
          </p:cNvCxnSpPr>
          <p:nvPr/>
        </p:nvCxnSpPr>
        <p:spPr>
          <a:xfrm>
            <a:off x="834332" y="6340422"/>
            <a:ext cx="700200" cy="171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20"/>
          <p:cNvCxnSpPr>
            <a:stCxn id="237" idx="2"/>
            <a:endCxn id="240" idx="6"/>
          </p:cNvCxnSpPr>
          <p:nvPr/>
        </p:nvCxnSpPr>
        <p:spPr>
          <a:xfrm flipH="1">
            <a:off x="768373" y="4897690"/>
            <a:ext cx="483900" cy="227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20"/>
          <p:cNvCxnSpPr>
            <a:stCxn id="237" idx="6"/>
            <a:endCxn id="239" idx="1"/>
          </p:cNvCxnSpPr>
          <p:nvPr/>
        </p:nvCxnSpPr>
        <p:spPr>
          <a:xfrm>
            <a:off x="1649284" y="4897690"/>
            <a:ext cx="366000" cy="291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8" name="Google Shape;248;p20"/>
          <p:cNvCxnSpPr>
            <a:stCxn id="238" idx="3"/>
            <a:endCxn id="242" idx="7"/>
          </p:cNvCxnSpPr>
          <p:nvPr/>
        </p:nvCxnSpPr>
        <p:spPr>
          <a:xfrm flipH="1">
            <a:off x="776073" y="5864353"/>
            <a:ext cx="329400" cy="323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20"/>
          <p:cNvSpPr/>
          <p:nvPr/>
        </p:nvSpPr>
        <p:spPr>
          <a:xfrm>
            <a:off x="9020586" y="1720243"/>
            <a:ext cx="2502819" cy="2544628"/>
          </a:xfrm>
          <a:prstGeom prst="wedgeRoundRectCallout">
            <a:avLst>
              <a:gd fmla="val -173562" name="adj1"/>
              <a:gd fmla="val -49567" name="adj2"/>
              <a:gd fmla="val 16667" name="adj3"/>
            </a:avLst>
          </a:prstGeom>
          <a:noFill/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3371721" y="1240067"/>
            <a:ext cx="6096000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&lt;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&gt;&gt;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lang="hu-HU" sz="18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 // undirected</a:t>
            </a:r>
            <a:endParaRPr b="0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18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&lt;=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18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&lt;=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 "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18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endl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>
            <p:ph type="title"/>
          </p:nvPr>
        </p:nvSpPr>
        <p:spPr>
          <a:xfrm>
            <a:off x="838200" y="177648"/>
            <a:ext cx="10515600" cy="1011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Comparison - memory</a:t>
            </a:r>
            <a:endParaRPr b="1"/>
          </a:p>
        </p:txBody>
      </p:sp>
      <p:sp>
        <p:nvSpPr>
          <p:cNvPr id="256" name="Google Shape;256;p21"/>
          <p:cNvSpPr txBox="1"/>
          <p:nvPr>
            <p:ph idx="1" type="body"/>
          </p:nvPr>
        </p:nvSpPr>
        <p:spPr>
          <a:xfrm>
            <a:off x="1111045" y="2555150"/>
            <a:ext cx="4667865" cy="3668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Adjacency list: O(E)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hu-HU"/>
              <a:t>Approximately as much memory as the input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Adjacency matrix: O(N</a:t>
            </a:r>
            <a:r>
              <a:rPr baseline="30000" lang="hu-HU"/>
              <a:t>2</a:t>
            </a:r>
            <a:r>
              <a:rPr lang="hu-HU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hu-HU"/>
              <a:t>Wasteful in case of sparse graphs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hu-HU"/>
              <a:t>In practice: N ≤ 5000</a:t>
            </a:r>
            <a:endParaRPr/>
          </a:p>
        </p:txBody>
      </p:sp>
      <p:graphicFrame>
        <p:nvGraphicFramePr>
          <p:cNvPr id="257" name="Google Shape;257;p21"/>
          <p:cNvGraphicFramePr/>
          <p:nvPr/>
        </p:nvGraphicFramePr>
        <p:xfrm>
          <a:off x="6095999" y="14243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{E4364085-5C77-4102-82BF-EC569B8D094F}</a:tableStyleId>
              </a:tblPr>
              <a:tblGrid>
                <a:gridCol w="1295600"/>
                <a:gridCol w="1441250"/>
                <a:gridCol w="1461700"/>
                <a:gridCol w="1543475"/>
              </a:tblGrid>
              <a:tr h="99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N = 1000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E = 1000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N = 1000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E = 100 000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N = 5000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E = 200 000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2000" u="none" cap="none" strike="noStrike"/>
                        <a:t>N = 100 000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2000" u="none" cap="none" strike="noStrike"/>
                        <a:t>E = 200 000</a:t>
                      </a:r>
                      <a:endParaRPr b="1" sz="2000" u="none" cap="none" strike="noStrike"/>
                    </a:p>
                  </a:txBody>
                  <a:tcPr marT="45725" marB="45725" marR="91450" marL="91450" anchor="ctr"/>
                </a:tc>
              </a:tr>
              <a:tr h="164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~ 0.01 MB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~ 1 MB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~ 2 MB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2000" u="none" cap="none" strike="noStrike"/>
                        <a:t>~ 2 MB</a:t>
                      </a:r>
                      <a:endParaRPr b="1" sz="2000" u="none" cap="none" strike="noStrike"/>
                    </a:p>
                  </a:txBody>
                  <a:tcPr marT="45725" marB="45725" marR="91450" marL="91450" anchor="ctr"/>
                </a:tc>
              </a:tr>
              <a:tr h="180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~ 1 MB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~ 1 MB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000" u="none" cap="none" strike="noStrike"/>
                        <a:t>~ 25 MB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2000" u="none" cap="none" strike="noStrike">
                          <a:solidFill>
                            <a:srgbClr val="FF0000"/>
                          </a:solidFill>
                        </a:rPr>
                        <a:t>~ 10 000 MB</a:t>
                      </a:r>
                      <a:endParaRPr b="1" sz="2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8" name="Google Shape;258;p21"/>
          <p:cNvSpPr txBox="1"/>
          <p:nvPr/>
        </p:nvSpPr>
        <p:spPr>
          <a:xfrm>
            <a:off x="1372936" y="1682816"/>
            <a:ext cx="370505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 = no of vertices, E = no of edges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248697" y="1592820"/>
            <a:ext cx="3982064" cy="580103"/>
          </a:xfrm>
          <a:prstGeom prst="wedgeRoundRectCallout">
            <a:avLst>
              <a:gd fmla="val 73488" name="adj1"/>
              <a:gd fmla="val 11652" name="adj2"/>
              <a:gd fmla="val 16667" name="adj3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>
            <p:ph type="title"/>
          </p:nvPr>
        </p:nvSpPr>
        <p:spPr>
          <a:xfrm>
            <a:off x="838200" y="177648"/>
            <a:ext cx="10515600" cy="1011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Comparison - operations</a:t>
            </a:r>
            <a:endParaRPr b="1"/>
          </a:p>
        </p:txBody>
      </p:sp>
      <p:graphicFrame>
        <p:nvGraphicFramePr>
          <p:cNvPr id="265" name="Google Shape;265;p22"/>
          <p:cNvGraphicFramePr/>
          <p:nvPr/>
        </p:nvGraphicFramePr>
        <p:xfrm>
          <a:off x="838200" y="1189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{E4364085-5C77-4102-82BF-EC569B8D094F}</a:tableStyleId>
              </a:tblPr>
              <a:tblGrid>
                <a:gridCol w="3232350"/>
                <a:gridCol w="2684200"/>
                <a:gridCol w="2399075"/>
                <a:gridCol w="2199975"/>
              </a:tblGrid>
              <a:tr h="61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Adjacency list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Matrix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Edge list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Does (u,v) exist?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>
                          <a:solidFill>
                            <a:srgbClr val="FFFF00"/>
                          </a:solidFill>
                        </a:rPr>
                        <a:t>O(degree)</a:t>
                      </a:r>
                      <a:br>
                        <a:rPr lang="hu-HU" sz="2400" u="none" cap="none" strike="noStrike">
                          <a:solidFill>
                            <a:srgbClr val="FFFF00"/>
                          </a:solidFill>
                        </a:rPr>
                      </a:br>
                      <a:r>
                        <a:rPr lang="hu-HU" sz="2000" u="none" cap="none" strike="noStrike">
                          <a:solidFill>
                            <a:srgbClr val="FFFF00"/>
                          </a:solidFill>
                        </a:rPr>
                        <a:t>iterate through g[u]</a:t>
                      </a:r>
                      <a:endParaRPr sz="2400" u="none" cap="none" strike="noStrike">
                        <a:solidFill>
                          <a:srgbClr val="FFFF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>
                          <a:solidFill>
                            <a:srgbClr val="FFFF00"/>
                          </a:solidFill>
                        </a:rPr>
                        <a:t>O(1)</a:t>
                      </a:r>
                      <a:br>
                        <a:rPr lang="hu-HU" sz="2400" u="none" cap="none" strike="noStrike">
                          <a:solidFill>
                            <a:srgbClr val="FFFF00"/>
                          </a:solidFill>
                        </a:rPr>
                      </a:br>
                      <a:r>
                        <a:rPr lang="hu-HU" sz="2000" u="none" cap="none" strike="noStrike">
                          <a:solidFill>
                            <a:srgbClr val="FFFF00"/>
                          </a:solidFill>
                        </a:rPr>
                        <a:t>g[u][v]</a:t>
                      </a:r>
                      <a:endParaRPr sz="2400" u="none" cap="none" strike="noStrike">
                        <a:solidFill>
                          <a:srgbClr val="FFFF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O(E)</a:t>
                      </a:r>
                      <a:br>
                        <a:rPr lang="hu-HU" sz="2400" u="none" cap="none" strike="noStrike"/>
                      </a:br>
                      <a:r>
                        <a:rPr lang="hu-HU" sz="1800" u="none" cap="none" strike="noStrike"/>
                        <a:t>look at all edges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2400" u="none" cap="none" strike="noStrike"/>
                        <a:t>Neighbours of u</a:t>
                      </a:r>
                      <a:endParaRPr b="1"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>
                          <a:solidFill>
                            <a:srgbClr val="FFFF00"/>
                          </a:solidFill>
                        </a:rPr>
                        <a:t>O(degree)</a:t>
                      </a:r>
                      <a:br>
                        <a:rPr lang="hu-HU" sz="2400" u="none" cap="none" strike="noStrike">
                          <a:solidFill>
                            <a:srgbClr val="FFFF00"/>
                          </a:solidFill>
                        </a:rPr>
                      </a:br>
                      <a:r>
                        <a:rPr lang="hu-HU" sz="2000" u="none" cap="none" strike="noStrike">
                          <a:solidFill>
                            <a:srgbClr val="FFFF00"/>
                          </a:solidFill>
                        </a:rPr>
                        <a:t>iterate through g[u]</a:t>
                      </a:r>
                      <a:endParaRPr sz="2400" u="none" cap="none" strike="noStrike">
                        <a:solidFill>
                          <a:srgbClr val="FFFF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2400" u="none" cap="none" strike="noStrike">
                          <a:solidFill>
                            <a:srgbClr val="FFFF00"/>
                          </a:solidFill>
                        </a:rPr>
                        <a:t>O(N)</a:t>
                      </a:r>
                      <a:br>
                        <a:rPr b="0" lang="hu-HU" sz="2400" u="none" cap="none" strike="noStrike">
                          <a:solidFill>
                            <a:srgbClr val="FFFF00"/>
                          </a:solidFill>
                        </a:rPr>
                      </a:br>
                      <a:r>
                        <a:rPr lang="hu-HU" sz="1800" u="none" cap="none" strike="noStrike">
                          <a:solidFill>
                            <a:srgbClr val="FFFF00"/>
                          </a:solidFill>
                        </a:rPr>
                        <a:t>iterate through </a:t>
                      </a:r>
                      <a:r>
                        <a:rPr b="0" lang="hu-HU" sz="1800" u="none" cap="none" strike="noStrike">
                          <a:solidFill>
                            <a:srgbClr val="FFFF00"/>
                          </a:solidFill>
                        </a:rPr>
                        <a:t>g[u][1..N]</a:t>
                      </a:r>
                      <a:endParaRPr b="0" sz="2400" u="none" cap="none" strike="noStrike">
                        <a:solidFill>
                          <a:srgbClr val="FFFF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3200" u="none" cap="none" strike="noStrike"/>
                        <a:t>O(E)</a:t>
                      </a:r>
                      <a:br>
                        <a:rPr lang="hu-HU" sz="3200" u="none" cap="none" strike="noStrike"/>
                      </a:br>
                      <a:r>
                        <a:rPr lang="hu-HU" sz="2400" u="none" cap="none" strike="noStrike"/>
                        <a:t>look at all edges</a:t>
                      </a:r>
                      <a:endParaRPr sz="3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2400" u="none" cap="none" strike="noStrike"/>
                        <a:t>Inspect all edges</a:t>
                      </a:r>
                      <a:endParaRPr b="1"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2400" u="none" cap="none" strike="noStrike">
                          <a:solidFill>
                            <a:srgbClr val="FFFF00"/>
                          </a:solidFill>
                        </a:rPr>
                        <a:t>O(E)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2400" u="none" cap="none" strike="noStrike">
                          <a:solidFill>
                            <a:srgbClr val="FFFF00"/>
                          </a:solidFill>
                        </a:rPr>
                        <a:t>O(N</a:t>
                      </a:r>
                      <a:r>
                        <a:rPr b="0" baseline="30000" lang="hu-HU" sz="2400" u="none" cap="none" strike="noStrike">
                          <a:solidFill>
                            <a:srgbClr val="FFFF00"/>
                          </a:solidFill>
                        </a:rPr>
                        <a:t>2</a:t>
                      </a:r>
                      <a:r>
                        <a:rPr b="0" lang="hu-HU" sz="2400" u="none" cap="none" strike="noStrike">
                          <a:solidFill>
                            <a:srgbClr val="FFFF00"/>
                          </a:solidFill>
                        </a:rPr>
                        <a:t>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Add edge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O(1)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O(1)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O(1)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Delete edge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O(degree)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O(1)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Add vertex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O(1)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O(N)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O(1)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Delete vertex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??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??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 sz="2400" u="none" cap="none" strike="noStrike"/>
                        <a:t>O(E)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6" name="Google Shape;266;p22"/>
          <p:cNvSpPr/>
          <p:nvPr/>
        </p:nvSpPr>
        <p:spPr>
          <a:xfrm>
            <a:off x="4375354" y="2713703"/>
            <a:ext cx="4739148" cy="1465007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/>
          <p:nvPr>
            <p:ph idx="1" type="body"/>
          </p:nvPr>
        </p:nvSpPr>
        <p:spPr>
          <a:xfrm>
            <a:off x="512837" y="1367603"/>
            <a:ext cx="5708425" cy="523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hu-HU"/>
              <a:t>Connected graph:</a:t>
            </a:r>
            <a:br>
              <a:rPr lang="hu-HU"/>
            </a:br>
            <a:r>
              <a:rPr lang="hu-HU"/>
              <a:t>a path exists between any two vertices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i="1" lang="hu-HU"/>
              <a:t>For directed graphs (strong connectivity)</a:t>
            </a:r>
            <a:endParaRPr i="1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hu-HU"/>
              <a:t>Tree graph:</a:t>
            </a:r>
            <a:br>
              <a:rPr lang="hu-HU"/>
            </a:br>
            <a:r>
              <a:rPr lang="hu-HU"/>
              <a:t>Acyclic connected graph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i="1" lang="hu-HU"/>
              <a:t>Remark: in a tree there is exactly one path between any two vertices</a:t>
            </a:r>
            <a:endParaRPr i="1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ct val="100000"/>
              <a:buChar char="•"/>
            </a:pPr>
            <a:r>
              <a:rPr lang="hu-HU">
                <a:solidFill>
                  <a:srgbClr val="00B0F0"/>
                </a:solidFill>
              </a:rPr>
              <a:t>Rooted tree:</a:t>
            </a:r>
            <a:br>
              <a:rPr lang="hu-HU">
                <a:solidFill>
                  <a:srgbClr val="00B0F0"/>
                </a:solidFill>
              </a:rPr>
            </a:br>
            <a:r>
              <a:rPr lang="hu-HU">
                <a:solidFill>
                  <a:srgbClr val="00B0F0"/>
                </a:solidFill>
              </a:rPr>
              <a:t>there is a special root node</a:t>
            </a:r>
            <a:endParaRPr>
              <a:solidFill>
                <a:srgbClr val="00B0F0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ct val="100000"/>
              <a:buChar char="•"/>
            </a:pPr>
            <a:r>
              <a:rPr i="1" lang="hu-HU">
                <a:solidFill>
                  <a:srgbClr val="00B0F0"/>
                </a:solidFill>
              </a:rPr>
              <a:t>Edges: parent </a:t>
            </a:r>
            <a:r>
              <a:rPr i="1" lang="hu-HU" sz="1800">
                <a:solidFill>
                  <a:srgbClr val="00B0F0"/>
                </a:solidFill>
              </a:rPr>
              <a:t>→</a:t>
            </a:r>
            <a:r>
              <a:rPr i="1" lang="hu-HU">
                <a:solidFill>
                  <a:srgbClr val="00B0F0"/>
                </a:solidFill>
              </a:rPr>
              <a:t> child relationships</a:t>
            </a:r>
            <a:endParaRPr i="1">
              <a:solidFill>
                <a:srgbClr val="00B0F0"/>
              </a:solidFill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 txBox="1"/>
          <p:nvPr>
            <p:ph type="title"/>
          </p:nvPr>
        </p:nvSpPr>
        <p:spPr>
          <a:xfrm>
            <a:off x="512837" y="157204"/>
            <a:ext cx="6152535" cy="1060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Some more definitions</a:t>
            </a:r>
            <a:endParaRPr b="1"/>
          </a:p>
        </p:txBody>
      </p:sp>
      <p:sp>
        <p:nvSpPr>
          <p:cNvPr id="273" name="Google Shape;273;p23"/>
          <p:cNvSpPr/>
          <p:nvPr/>
        </p:nvSpPr>
        <p:spPr>
          <a:xfrm>
            <a:off x="7473261" y="1523385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6948052" y="1114244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7473261" y="2144848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6645173" y="1685902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6828053" y="2257560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278" name="Google Shape;278;p23"/>
          <p:cNvCxnSpPr>
            <a:stCxn id="274" idx="5"/>
            <a:endCxn id="273" idx="1"/>
          </p:cNvCxnSpPr>
          <p:nvPr/>
        </p:nvCxnSpPr>
        <p:spPr>
          <a:xfrm>
            <a:off x="7260248" y="1409773"/>
            <a:ext cx="266700" cy="1644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" name="Google Shape;279;p23"/>
          <p:cNvCxnSpPr>
            <a:stCxn id="274" idx="3"/>
            <a:endCxn id="276" idx="0"/>
          </p:cNvCxnSpPr>
          <p:nvPr/>
        </p:nvCxnSpPr>
        <p:spPr>
          <a:xfrm flipH="1">
            <a:off x="6827916" y="1409773"/>
            <a:ext cx="173700" cy="2760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23"/>
          <p:cNvCxnSpPr>
            <a:stCxn id="273" idx="2"/>
            <a:endCxn id="276" idx="6"/>
          </p:cNvCxnSpPr>
          <p:nvPr/>
        </p:nvCxnSpPr>
        <p:spPr>
          <a:xfrm flipH="1">
            <a:off x="7010961" y="1696502"/>
            <a:ext cx="462300" cy="1626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" name="Google Shape;281;p23"/>
          <p:cNvCxnSpPr>
            <a:stCxn id="273" idx="4"/>
            <a:endCxn id="275" idx="0"/>
          </p:cNvCxnSpPr>
          <p:nvPr/>
        </p:nvCxnSpPr>
        <p:spPr>
          <a:xfrm>
            <a:off x="7656141" y="1869619"/>
            <a:ext cx="0" cy="2751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" name="Google Shape;282;p23"/>
          <p:cNvCxnSpPr>
            <a:stCxn id="276" idx="4"/>
            <a:endCxn id="277" idx="1"/>
          </p:cNvCxnSpPr>
          <p:nvPr/>
        </p:nvCxnSpPr>
        <p:spPr>
          <a:xfrm>
            <a:off x="6828053" y="2032136"/>
            <a:ext cx="53700" cy="2760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23"/>
          <p:cNvSpPr/>
          <p:nvPr/>
        </p:nvSpPr>
        <p:spPr>
          <a:xfrm>
            <a:off x="9479465" y="1431526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8954256" y="1022385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9479465" y="2052989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8651377" y="1594043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8834257" y="2165701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288" name="Google Shape;288;p23"/>
          <p:cNvCxnSpPr>
            <a:stCxn id="284" idx="5"/>
            <a:endCxn id="283" idx="1"/>
          </p:cNvCxnSpPr>
          <p:nvPr/>
        </p:nvCxnSpPr>
        <p:spPr>
          <a:xfrm>
            <a:off x="9266452" y="1317914"/>
            <a:ext cx="266700" cy="164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" name="Google Shape;289;p23"/>
          <p:cNvCxnSpPr>
            <a:stCxn id="283" idx="4"/>
            <a:endCxn id="285" idx="0"/>
          </p:cNvCxnSpPr>
          <p:nvPr/>
        </p:nvCxnSpPr>
        <p:spPr>
          <a:xfrm>
            <a:off x="9662345" y="1777760"/>
            <a:ext cx="0" cy="2751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0" name="Google Shape;290;p23"/>
          <p:cNvCxnSpPr>
            <a:stCxn id="286" idx="4"/>
            <a:endCxn id="287" idx="1"/>
          </p:cNvCxnSpPr>
          <p:nvPr/>
        </p:nvCxnSpPr>
        <p:spPr>
          <a:xfrm>
            <a:off x="8834257" y="1940277"/>
            <a:ext cx="53700" cy="276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1" name="Google Shape;291;p23"/>
          <p:cNvSpPr/>
          <p:nvPr/>
        </p:nvSpPr>
        <p:spPr>
          <a:xfrm>
            <a:off x="11313669" y="1400973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10788460" y="991832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11313669" y="2022436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10485581" y="1563490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10668461" y="2135148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296" name="Google Shape;296;p23"/>
          <p:cNvCxnSpPr>
            <a:stCxn id="292" idx="5"/>
            <a:endCxn id="291" idx="1"/>
          </p:cNvCxnSpPr>
          <p:nvPr/>
        </p:nvCxnSpPr>
        <p:spPr>
          <a:xfrm>
            <a:off x="11100656" y="1287361"/>
            <a:ext cx="266700" cy="164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7" name="Google Shape;297;p23"/>
          <p:cNvCxnSpPr>
            <a:stCxn id="292" idx="3"/>
            <a:endCxn id="294" idx="0"/>
          </p:cNvCxnSpPr>
          <p:nvPr/>
        </p:nvCxnSpPr>
        <p:spPr>
          <a:xfrm flipH="1">
            <a:off x="10668324" y="1287361"/>
            <a:ext cx="173700" cy="276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8" name="Google Shape;298;p23"/>
          <p:cNvCxnSpPr>
            <a:stCxn id="291" idx="2"/>
            <a:endCxn id="294" idx="6"/>
          </p:cNvCxnSpPr>
          <p:nvPr/>
        </p:nvCxnSpPr>
        <p:spPr>
          <a:xfrm flipH="1">
            <a:off x="10851369" y="1574090"/>
            <a:ext cx="462300" cy="1626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" name="Google Shape;299;p23"/>
          <p:cNvCxnSpPr>
            <a:stCxn id="294" idx="4"/>
            <a:endCxn id="295" idx="1"/>
          </p:cNvCxnSpPr>
          <p:nvPr/>
        </p:nvCxnSpPr>
        <p:spPr>
          <a:xfrm>
            <a:off x="10668461" y="1909724"/>
            <a:ext cx="53700" cy="276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heckmark with solid fill" id="300" name="Google Shape;3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6500" y="98132"/>
            <a:ext cx="710325" cy="71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se with solid fill" id="301" name="Google Shape;3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3131" y="110394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/>
          <p:nvPr/>
        </p:nvSpPr>
        <p:spPr>
          <a:xfrm>
            <a:off x="7419697" y="3665024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6894488" y="3255883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7419697" y="4286487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6591609" y="3827541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6774489" y="4399199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307" name="Google Shape;307;p23"/>
          <p:cNvCxnSpPr>
            <a:stCxn id="303" idx="5"/>
            <a:endCxn id="302" idx="1"/>
          </p:cNvCxnSpPr>
          <p:nvPr/>
        </p:nvCxnSpPr>
        <p:spPr>
          <a:xfrm>
            <a:off x="7206684" y="3551412"/>
            <a:ext cx="266700" cy="1644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8" name="Google Shape;308;p23"/>
          <p:cNvCxnSpPr>
            <a:stCxn id="303" idx="3"/>
            <a:endCxn id="305" idx="0"/>
          </p:cNvCxnSpPr>
          <p:nvPr/>
        </p:nvCxnSpPr>
        <p:spPr>
          <a:xfrm flipH="1">
            <a:off x="6774352" y="3551412"/>
            <a:ext cx="173700" cy="2760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9" name="Google Shape;309;p23"/>
          <p:cNvCxnSpPr>
            <a:stCxn id="304" idx="1"/>
            <a:endCxn id="305" idx="6"/>
          </p:cNvCxnSpPr>
          <p:nvPr/>
        </p:nvCxnSpPr>
        <p:spPr>
          <a:xfrm rot="10800000">
            <a:off x="6957261" y="4000592"/>
            <a:ext cx="516000" cy="3366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" name="Google Shape;310;p23"/>
          <p:cNvCxnSpPr>
            <a:stCxn id="305" idx="4"/>
            <a:endCxn id="306" idx="1"/>
          </p:cNvCxnSpPr>
          <p:nvPr/>
        </p:nvCxnSpPr>
        <p:spPr>
          <a:xfrm>
            <a:off x="6774489" y="4173775"/>
            <a:ext cx="53700" cy="2760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23"/>
          <p:cNvSpPr/>
          <p:nvPr/>
        </p:nvSpPr>
        <p:spPr>
          <a:xfrm>
            <a:off x="9533029" y="3654424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9007820" y="3245283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9533029" y="4275887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8704941" y="3816941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8887821" y="4388599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316" name="Google Shape;316;p23"/>
          <p:cNvCxnSpPr>
            <a:stCxn id="312" idx="5"/>
            <a:endCxn id="311" idx="1"/>
          </p:cNvCxnSpPr>
          <p:nvPr/>
        </p:nvCxnSpPr>
        <p:spPr>
          <a:xfrm>
            <a:off x="9320016" y="3540812"/>
            <a:ext cx="266700" cy="164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" name="Google Shape;317;p23"/>
          <p:cNvCxnSpPr>
            <a:stCxn id="312" idx="3"/>
            <a:endCxn id="314" idx="0"/>
          </p:cNvCxnSpPr>
          <p:nvPr/>
        </p:nvCxnSpPr>
        <p:spPr>
          <a:xfrm flipH="1">
            <a:off x="8887684" y="3540812"/>
            <a:ext cx="173700" cy="276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" name="Google Shape;318;p23"/>
          <p:cNvCxnSpPr>
            <a:stCxn id="311" idx="2"/>
            <a:endCxn id="314" idx="6"/>
          </p:cNvCxnSpPr>
          <p:nvPr/>
        </p:nvCxnSpPr>
        <p:spPr>
          <a:xfrm flipH="1">
            <a:off x="9070729" y="3827541"/>
            <a:ext cx="462300" cy="1626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9" name="Google Shape;319;p23"/>
          <p:cNvCxnSpPr>
            <a:stCxn id="311" idx="4"/>
            <a:endCxn id="313" idx="0"/>
          </p:cNvCxnSpPr>
          <p:nvPr/>
        </p:nvCxnSpPr>
        <p:spPr>
          <a:xfrm>
            <a:off x="9715909" y="4000658"/>
            <a:ext cx="0" cy="2751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0" name="Google Shape;320;p23"/>
          <p:cNvCxnSpPr>
            <a:stCxn id="314" idx="4"/>
            <a:endCxn id="315" idx="1"/>
          </p:cNvCxnSpPr>
          <p:nvPr/>
        </p:nvCxnSpPr>
        <p:spPr>
          <a:xfrm>
            <a:off x="8887821" y="4163175"/>
            <a:ext cx="53700" cy="276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p23"/>
          <p:cNvSpPr/>
          <p:nvPr/>
        </p:nvSpPr>
        <p:spPr>
          <a:xfrm>
            <a:off x="11316326" y="3614319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10791117" y="3205178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3" name="Google Shape;323;p23"/>
          <p:cNvSpPr/>
          <p:nvPr/>
        </p:nvSpPr>
        <p:spPr>
          <a:xfrm>
            <a:off x="11316326" y="4235782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4" name="Google Shape;324;p23"/>
          <p:cNvSpPr/>
          <p:nvPr/>
        </p:nvSpPr>
        <p:spPr>
          <a:xfrm>
            <a:off x="10488238" y="3776836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10671118" y="4348494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326" name="Google Shape;326;p23"/>
          <p:cNvCxnSpPr>
            <a:stCxn id="322" idx="5"/>
            <a:endCxn id="321" idx="1"/>
          </p:cNvCxnSpPr>
          <p:nvPr/>
        </p:nvCxnSpPr>
        <p:spPr>
          <a:xfrm>
            <a:off x="11103313" y="3500707"/>
            <a:ext cx="266700" cy="164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7" name="Google Shape;327;p23"/>
          <p:cNvCxnSpPr>
            <a:stCxn id="321" idx="4"/>
            <a:endCxn id="323" idx="0"/>
          </p:cNvCxnSpPr>
          <p:nvPr/>
        </p:nvCxnSpPr>
        <p:spPr>
          <a:xfrm>
            <a:off x="11499206" y="3960553"/>
            <a:ext cx="0" cy="2751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8" name="Google Shape;328;p23"/>
          <p:cNvCxnSpPr>
            <a:stCxn id="324" idx="4"/>
            <a:endCxn id="325" idx="1"/>
          </p:cNvCxnSpPr>
          <p:nvPr/>
        </p:nvCxnSpPr>
        <p:spPr>
          <a:xfrm>
            <a:off x="10671118" y="4123070"/>
            <a:ext cx="53700" cy="2760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9" name="Google Shape;329;p23"/>
          <p:cNvSpPr/>
          <p:nvPr/>
        </p:nvSpPr>
        <p:spPr>
          <a:xfrm>
            <a:off x="7468389" y="5570639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6943180" y="5161498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7468389" y="6192102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6640301" y="5733156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6823181" y="6304814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334" name="Google Shape;334;p23"/>
          <p:cNvCxnSpPr>
            <a:stCxn id="330" idx="5"/>
            <a:endCxn id="329" idx="1"/>
          </p:cNvCxnSpPr>
          <p:nvPr/>
        </p:nvCxnSpPr>
        <p:spPr>
          <a:xfrm>
            <a:off x="7255376" y="5457027"/>
            <a:ext cx="266700" cy="1644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5" name="Google Shape;335;p23"/>
          <p:cNvCxnSpPr>
            <a:stCxn id="330" idx="3"/>
            <a:endCxn id="332" idx="0"/>
          </p:cNvCxnSpPr>
          <p:nvPr/>
        </p:nvCxnSpPr>
        <p:spPr>
          <a:xfrm flipH="1">
            <a:off x="6823044" y="5457027"/>
            <a:ext cx="173700" cy="2760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6" name="Google Shape;336;p23"/>
          <p:cNvCxnSpPr>
            <a:stCxn id="331" idx="1"/>
            <a:endCxn id="332" idx="6"/>
          </p:cNvCxnSpPr>
          <p:nvPr/>
        </p:nvCxnSpPr>
        <p:spPr>
          <a:xfrm rot="10800000">
            <a:off x="7005953" y="5906207"/>
            <a:ext cx="516000" cy="3366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337" name="Google Shape;337;p23"/>
          <p:cNvCxnSpPr>
            <a:stCxn id="332" idx="4"/>
            <a:endCxn id="333" idx="1"/>
          </p:cNvCxnSpPr>
          <p:nvPr/>
        </p:nvCxnSpPr>
        <p:spPr>
          <a:xfrm>
            <a:off x="6823181" y="6079390"/>
            <a:ext cx="53700" cy="2760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8" name="Google Shape;338;p23"/>
          <p:cNvSpPr/>
          <p:nvPr/>
        </p:nvSpPr>
        <p:spPr>
          <a:xfrm>
            <a:off x="11066910" y="5958580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10588115" y="5532252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10329483" y="6210320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9905395" y="5492749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9737079" y="6223315"/>
            <a:ext cx="365760" cy="346234"/>
          </a:xfrm>
          <a:prstGeom prst="ellipse">
            <a:avLst/>
          </a:prstGeom>
          <a:noFill/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cxnSp>
        <p:nvCxnSpPr>
          <p:cNvPr id="343" name="Google Shape;343;p23"/>
          <p:cNvCxnSpPr>
            <a:stCxn id="339" idx="5"/>
            <a:endCxn id="338" idx="1"/>
          </p:cNvCxnSpPr>
          <p:nvPr/>
        </p:nvCxnSpPr>
        <p:spPr>
          <a:xfrm>
            <a:off x="10900311" y="5827781"/>
            <a:ext cx="220200" cy="1815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" name="Google Shape;344;p23"/>
          <p:cNvCxnSpPr>
            <a:stCxn id="341" idx="6"/>
            <a:endCxn id="339" idx="2"/>
          </p:cNvCxnSpPr>
          <p:nvPr/>
        </p:nvCxnSpPr>
        <p:spPr>
          <a:xfrm>
            <a:off x="10271155" y="5665866"/>
            <a:ext cx="317100" cy="396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5" name="Google Shape;345;p23"/>
          <p:cNvCxnSpPr>
            <a:stCxn id="340" idx="0"/>
            <a:endCxn id="341" idx="5"/>
          </p:cNvCxnSpPr>
          <p:nvPr/>
        </p:nvCxnSpPr>
        <p:spPr>
          <a:xfrm rot="10800000">
            <a:off x="10217463" y="5788220"/>
            <a:ext cx="294900" cy="4221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346" name="Google Shape;346;p23"/>
          <p:cNvCxnSpPr>
            <a:stCxn id="341" idx="3"/>
            <a:endCxn id="342" idx="0"/>
          </p:cNvCxnSpPr>
          <p:nvPr/>
        </p:nvCxnSpPr>
        <p:spPr>
          <a:xfrm flipH="1">
            <a:off x="9919959" y="5788278"/>
            <a:ext cx="39000" cy="435000"/>
          </a:xfrm>
          <a:prstGeom prst="straightConnector1">
            <a:avLst/>
          </a:prstGeom>
          <a:noFill/>
          <a:ln cap="flat" cmpd="sng" w="25400">
            <a:solidFill>
              <a:srgbClr val="00B0F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7" name="Google Shape;347;p23"/>
          <p:cNvSpPr txBox="1"/>
          <p:nvPr/>
        </p:nvSpPr>
        <p:spPr>
          <a:xfrm>
            <a:off x="8278331" y="5490603"/>
            <a:ext cx="121754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Same tree with different root: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hu-HU"/>
              <a:t>Graph traversals</a:t>
            </a:r>
            <a:endParaRPr/>
          </a:p>
        </p:txBody>
      </p:sp>
      <p:sp>
        <p:nvSpPr>
          <p:cNvPr id="353" name="Google Shape;35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hu-HU" sz="2800"/>
              <a:t>Iterate through the vertices in some order along the edges</a:t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359" name="Google Shape;359;p25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25"/>
          <p:cNvCxnSpPr>
            <a:stCxn id="361" idx="7"/>
            <a:endCxn id="360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25"/>
          <p:cNvCxnSpPr>
            <a:stCxn id="361" idx="1"/>
            <a:endCxn id="363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8" name="Google Shape;368;p25"/>
          <p:cNvCxnSpPr>
            <a:stCxn id="361" idx="5"/>
            <a:endCxn id="364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9" name="Google Shape;369;p25"/>
          <p:cNvCxnSpPr>
            <a:stCxn id="360" idx="2"/>
            <a:endCxn id="363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0" name="Google Shape;370;p25"/>
          <p:cNvCxnSpPr>
            <a:stCxn id="360" idx="6"/>
            <a:endCxn id="362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1" name="Google Shape;371;p25"/>
          <p:cNvCxnSpPr>
            <a:stCxn id="361" idx="3"/>
            <a:endCxn id="365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2" name="Google Shape;372;p25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25"/>
          <p:cNvCxnSpPr>
            <a:stCxn id="362" idx="5"/>
            <a:endCxn id="372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4" name="Google Shape;374;p25"/>
          <p:cNvCxnSpPr>
            <a:stCxn id="364" idx="6"/>
            <a:endCxn id="372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5" name="Google Shape;375;p25"/>
          <p:cNvCxnSpPr>
            <a:stCxn id="364" idx="0"/>
            <a:endCxn id="362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6" name="Google Shape;376;p25"/>
          <p:cNvSpPr txBox="1"/>
          <p:nvPr/>
        </p:nvSpPr>
        <p:spPr>
          <a:xfrm>
            <a:off x="1386348" y="5132439"/>
            <a:ext cx="7393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77" name="Google Shape;377;p25"/>
          <p:cNvCxnSpPr/>
          <p:nvPr/>
        </p:nvCxnSpPr>
        <p:spPr>
          <a:xfrm>
            <a:off x="141643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383" name="Google Shape;383;p26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26"/>
          <p:cNvCxnSpPr>
            <a:stCxn id="385" idx="7"/>
            <a:endCxn id="384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1" name="Google Shape;391;p26"/>
          <p:cNvCxnSpPr>
            <a:stCxn id="385" idx="1"/>
            <a:endCxn id="387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2" name="Google Shape;392;p26"/>
          <p:cNvCxnSpPr>
            <a:stCxn id="385" idx="5"/>
            <a:endCxn id="388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3" name="Google Shape;393;p26"/>
          <p:cNvCxnSpPr>
            <a:stCxn id="384" idx="2"/>
            <a:endCxn id="387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4" name="Google Shape;394;p26"/>
          <p:cNvCxnSpPr>
            <a:stCxn id="384" idx="6"/>
            <a:endCxn id="386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5" name="Google Shape;395;p26"/>
          <p:cNvCxnSpPr>
            <a:stCxn id="385" idx="3"/>
            <a:endCxn id="389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6" name="Google Shape;396;p26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26"/>
          <p:cNvCxnSpPr>
            <a:stCxn id="386" idx="5"/>
            <a:endCxn id="396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26"/>
          <p:cNvCxnSpPr>
            <a:stCxn id="388" idx="6"/>
            <a:endCxn id="396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" name="Google Shape;399;p26"/>
          <p:cNvCxnSpPr>
            <a:stCxn id="388" idx="0"/>
            <a:endCxn id="386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0" name="Google Shape;400;p26"/>
          <p:cNvSpPr txBox="1"/>
          <p:nvPr/>
        </p:nvSpPr>
        <p:spPr>
          <a:xfrm>
            <a:off x="1386348" y="5132439"/>
            <a:ext cx="12939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1 4</a:t>
            </a:r>
            <a:r>
              <a:rPr b="1" lang="hu-HU" sz="3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9389806" y="177284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26"/>
          <p:cNvCxnSpPr/>
          <p:nvPr/>
        </p:nvCxnSpPr>
        <p:spPr>
          <a:xfrm>
            <a:off x="141643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26"/>
          <p:cNvSpPr txBox="1"/>
          <p:nvPr/>
        </p:nvSpPr>
        <p:spPr>
          <a:xfrm>
            <a:off x="3662616" y="1169761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26"/>
          <p:cNvCxnSpPr/>
          <p:nvPr/>
        </p:nvCxnSpPr>
        <p:spPr>
          <a:xfrm>
            <a:off x="8731634" y="2229158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410" name="Google Shape;410;p27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27"/>
          <p:cNvCxnSpPr>
            <a:stCxn id="412" idx="7"/>
            <a:endCxn id="411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8" name="Google Shape;418;p27"/>
          <p:cNvCxnSpPr>
            <a:stCxn id="412" idx="1"/>
            <a:endCxn id="414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9" name="Google Shape;419;p27"/>
          <p:cNvCxnSpPr>
            <a:stCxn id="412" idx="5"/>
            <a:endCxn id="415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0" name="Google Shape;420;p27"/>
          <p:cNvCxnSpPr>
            <a:stCxn id="411" idx="2"/>
            <a:endCxn id="414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1" name="Google Shape;421;p27"/>
          <p:cNvCxnSpPr>
            <a:stCxn id="411" idx="6"/>
            <a:endCxn id="413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27"/>
          <p:cNvCxnSpPr>
            <a:stCxn id="412" idx="3"/>
            <a:endCxn id="416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27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27"/>
          <p:cNvCxnSpPr>
            <a:stCxn id="413" idx="5"/>
            <a:endCxn id="423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5" name="Google Shape;425;p27"/>
          <p:cNvCxnSpPr>
            <a:stCxn id="415" idx="6"/>
            <a:endCxn id="423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6" name="Google Shape;426;p27"/>
          <p:cNvCxnSpPr>
            <a:stCxn id="415" idx="0"/>
            <a:endCxn id="413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7" name="Google Shape;427;p27"/>
          <p:cNvSpPr txBox="1"/>
          <p:nvPr/>
        </p:nvSpPr>
        <p:spPr>
          <a:xfrm>
            <a:off x="1386348" y="5132439"/>
            <a:ext cx="15712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1 4 2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9808243" y="1772862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27"/>
          <p:cNvCxnSpPr/>
          <p:nvPr/>
        </p:nvCxnSpPr>
        <p:spPr>
          <a:xfrm>
            <a:off x="141643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0" name="Google Shape;430;p27"/>
          <p:cNvSpPr txBox="1"/>
          <p:nvPr/>
        </p:nvSpPr>
        <p:spPr>
          <a:xfrm>
            <a:off x="2905754" y="2565559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27"/>
          <p:cNvCxnSpPr/>
          <p:nvPr/>
        </p:nvCxnSpPr>
        <p:spPr>
          <a:xfrm>
            <a:off x="8731634" y="2229158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437" name="Google Shape;437;p28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8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8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4" name="Google Shape;444;p28"/>
          <p:cNvCxnSpPr>
            <a:stCxn id="439" idx="7"/>
            <a:endCxn id="438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p28"/>
          <p:cNvCxnSpPr>
            <a:stCxn id="439" idx="1"/>
            <a:endCxn id="441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28"/>
          <p:cNvCxnSpPr>
            <a:stCxn id="439" idx="5"/>
            <a:endCxn id="442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28"/>
          <p:cNvCxnSpPr>
            <a:stCxn id="438" idx="2"/>
            <a:endCxn id="441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28"/>
          <p:cNvCxnSpPr>
            <a:stCxn id="438" idx="6"/>
            <a:endCxn id="440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28"/>
          <p:cNvCxnSpPr>
            <a:stCxn id="439" idx="3"/>
            <a:endCxn id="443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0" name="Google Shape;450;p28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28"/>
          <p:cNvCxnSpPr>
            <a:stCxn id="440" idx="5"/>
            <a:endCxn id="450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2" name="Google Shape;452;p28"/>
          <p:cNvCxnSpPr>
            <a:stCxn id="442" idx="6"/>
            <a:endCxn id="450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28"/>
          <p:cNvCxnSpPr>
            <a:stCxn id="442" idx="0"/>
            <a:endCxn id="440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4" name="Google Shape;454;p28"/>
          <p:cNvSpPr txBox="1"/>
          <p:nvPr/>
        </p:nvSpPr>
        <p:spPr>
          <a:xfrm>
            <a:off x="1386348" y="5132439"/>
            <a:ext cx="15712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4 2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9393516" y="332215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28"/>
          <p:cNvCxnSpPr/>
          <p:nvPr/>
        </p:nvCxnSpPr>
        <p:spPr>
          <a:xfrm>
            <a:off x="197758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7" name="Google Shape;457;p28"/>
          <p:cNvSpPr txBox="1"/>
          <p:nvPr/>
        </p:nvSpPr>
        <p:spPr>
          <a:xfrm>
            <a:off x="2032046" y="1412905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8" name="Google Shape;458;p28"/>
          <p:cNvCxnSpPr/>
          <p:nvPr/>
        </p:nvCxnSpPr>
        <p:spPr>
          <a:xfrm>
            <a:off x="8727429" y="377845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9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464" name="Google Shape;464;p29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29"/>
          <p:cNvCxnSpPr>
            <a:stCxn id="466" idx="7"/>
            <a:endCxn id="465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2" name="Google Shape;472;p29"/>
          <p:cNvCxnSpPr>
            <a:stCxn id="466" idx="1"/>
            <a:endCxn id="468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3" name="Google Shape;473;p29"/>
          <p:cNvCxnSpPr>
            <a:stCxn id="466" idx="5"/>
            <a:endCxn id="469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4" name="Google Shape;474;p29"/>
          <p:cNvCxnSpPr>
            <a:stCxn id="465" idx="2"/>
            <a:endCxn id="468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5" name="Google Shape;475;p29"/>
          <p:cNvCxnSpPr>
            <a:stCxn id="465" idx="6"/>
            <a:endCxn id="467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6" name="Google Shape;476;p29"/>
          <p:cNvCxnSpPr>
            <a:stCxn id="466" idx="3"/>
            <a:endCxn id="470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7" name="Google Shape;477;p29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29"/>
          <p:cNvCxnSpPr>
            <a:stCxn id="467" idx="5"/>
            <a:endCxn id="477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9" name="Google Shape;479;p29"/>
          <p:cNvCxnSpPr>
            <a:stCxn id="469" idx="6"/>
            <a:endCxn id="477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0" name="Google Shape;480;p29"/>
          <p:cNvCxnSpPr>
            <a:stCxn id="469" idx="0"/>
            <a:endCxn id="467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29"/>
          <p:cNvSpPr txBox="1"/>
          <p:nvPr/>
        </p:nvSpPr>
        <p:spPr>
          <a:xfrm>
            <a:off x="1386348" y="5132439"/>
            <a:ext cx="15712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4 2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9803366" y="331888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29"/>
          <p:cNvCxnSpPr/>
          <p:nvPr/>
        </p:nvCxnSpPr>
        <p:spPr>
          <a:xfrm>
            <a:off x="197758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29"/>
          <p:cNvSpPr txBox="1"/>
          <p:nvPr/>
        </p:nvSpPr>
        <p:spPr>
          <a:xfrm>
            <a:off x="2889863" y="2505070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29"/>
          <p:cNvCxnSpPr/>
          <p:nvPr/>
        </p:nvCxnSpPr>
        <p:spPr>
          <a:xfrm>
            <a:off x="8727429" y="377845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0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491" name="Google Shape;491;p30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0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0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0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30"/>
          <p:cNvCxnSpPr>
            <a:stCxn id="493" idx="7"/>
            <a:endCxn id="492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30"/>
          <p:cNvCxnSpPr>
            <a:stCxn id="493" idx="1"/>
            <a:endCxn id="495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p30"/>
          <p:cNvCxnSpPr>
            <a:stCxn id="493" idx="5"/>
            <a:endCxn id="496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1" name="Google Shape;501;p30"/>
          <p:cNvCxnSpPr>
            <a:stCxn id="492" idx="2"/>
            <a:endCxn id="495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30"/>
          <p:cNvCxnSpPr>
            <a:stCxn id="492" idx="6"/>
            <a:endCxn id="494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" name="Google Shape;503;p30"/>
          <p:cNvCxnSpPr>
            <a:stCxn id="493" idx="3"/>
            <a:endCxn id="497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4" name="Google Shape;504;p30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30"/>
          <p:cNvCxnSpPr>
            <a:stCxn id="494" idx="5"/>
            <a:endCxn id="504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6" name="Google Shape;506;p30"/>
          <p:cNvCxnSpPr>
            <a:stCxn id="496" idx="6"/>
            <a:endCxn id="504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7" name="Google Shape;507;p30"/>
          <p:cNvCxnSpPr>
            <a:stCxn id="496" idx="0"/>
            <a:endCxn id="494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8" name="Google Shape;508;p30"/>
          <p:cNvSpPr txBox="1"/>
          <p:nvPr/>
        </p:nvSpPr>
        <p:spPr>
          <a:xfrm>
            <a:off x="1386348" y="5132439"/>
            <a:ext cx="21259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4 2 7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10208788" y="3317744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30"/>
          <p:cNvCxnSpPr/>
          <p:nvPr/>
        </p:nvCxnSpPr>
        <p:spPr>
          <a:xfrm>
            <a:off x="197758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1" name="Google Shape;511;p30"/>
          <p:cNvSpPr txBox="1"/>
          <p:nvPr/>
        </p:nvSpPr>
        <p:spPr>
          <a:xfrm>
            <a:off x="5012377" y="139508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30"/>
          <p:cNvCxnSpPr/>
          <p:nvPr/>
        </p:nvCxnSpPr>
        <p:spPr>
          <a:xfrm>
            <a:off x="8727429" y="377845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1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518" name="Google Shape;518;p31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31"/>
          <p:cNvCxnSpPr>
            <a:stCxn id="520" idx="7"/>
            <a:endCxn id="519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6" name="Google Shape;526;p31"/>
          <p:cNvCxnSpPr>
            <a:stCxn id="520" idx="1"/>
            <a:endCxn id="522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31"/>
          <p:cNvCxnSpPr>
            <a:stCxn id="520" idx="5"/>
            <a:endCxn id="523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31"/>
          <p:cNvCxnSpPr>
            <a:stCxn id="519" idx="2"/>
            <a:endCxn id="522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31"/>
          <p:cNvCxnSpPr>
            <a:stCxn id="519" idx="6"/>
            <a:endCxn id="521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31"/>
          <p:cNvCxnSpPr>
            <a:stCxn id="520" idx="3"/>
            <a:endCxn id="524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1" name="Google Shape;531;p31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p31"/>
          <p:cNvCxnSpPr>
            <a:stCxn id="521" idx="5"/>
            <a:endCxn id="531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31"/>
          <p:cNvCxnSpPr>
            <a:stCxn id="523" idx="6"/>
            <a:endCxn id="531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31"/>
          <p:cNvCxnSpPr>
            <a:stCxn id="523" idx="0"/>
            <a:endCxn id="521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5" name="Google Shape;535;p31"/>
          <p:cNvSpPr txBox="1"/>
          <p:nvPr/>
        </p:nvSpPr>
        <p:spPr>
          <a:xfrm>
            <a:off x="1386348" y="5132439"/>
            <a:ext cx="21259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6" name="Google Shape;536;p31"/>
          <p:cNvSpPr/>
          <p:nvPr/>
        </p:nvSpPr>
        <p:spPr>
          <a:xfrm>
            <a:off x="9363703" y="2305107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31"/>
          <p:cNvCxnSpPr/>
          <p:nvPr/>
        </p:nvCxnSpPr>
        <p:spPr>
          <a:xfrm>
            <a:off x="249869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8" name="Google Shape;538;p31"/>
          <p:cNvSpPr txBox="1"/>
          <p:nvPr/>
        </p:nvSpPr>
        <p:spPr>
          <a:xfrm>
            <a:off x="1950547" y="145745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" name="Google Shape;539;p31"/>
          <p:cNvCxnSpPr/>
          <p:nvPr/>
        </p:nvCxnSpPr>
        <p:spPr>
          <a:xfrm>
            <a:off x="8756925" y="271657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2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545" name="Google Shape;545;p32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6" name="Google Shape;546;p32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2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2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2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2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2"/>
          <p:cNvCxnSpPr>
            <a:stCxn id="547" idx="7"/>
            <a:endCxn id="546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3" name="Google Shape;553;p32"/>
          <p:cNvCxnSpPr>
            <a:stCxn id="547" idx="1"/>
            <a:endCxn id="549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4" name="Google Shape;554;p32"/>
          <p:cNvCxnSpPr>
            <a:stCxn id="547" idx="5"/>
            <a:endCxn id="550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5" name="Google Shape;555;p32"/>
          <p:cNvCxnSpPr>
            <a:stCxn id="546" idx="2"/>
            <a:endCxn id="549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6" name="Google Shape;556;p32"/>
          <p:cNvCxnSpPr>
            <a:stCxn id="546" idx="6"/>
            <a:endCxn id="548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7" name="Google Shape;557;p32"/>
          <p:cNvCxnSpPr>
            <a:stCxn id="547" idx="3"/>
            <a:endCxn id="551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32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32"/>
          <p:cNvCxnSpPr>
            <a:stCxn id="548" idx="5"/>
            <a:endCxn id="558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32"/>
          <p:cNvCxnSpPr>
            <a:stCxn id="550" idx="6"/>
            <a:endCxn id="558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1" name="Google Shape;561;p32"/>
          <p:cNvCxnSpPr>
            <a:stCxn id="550" idx="0"/>
            <a:endCxn id="548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2" name="Google Shape;562;p32"/>
          <p:cNvSpPr txBox="1"/>
          <p:nvPr/>
        </p:nvSpPr>
        <p:spPr>
          <a:xfrm>
            <a:off x="1386348" y="5132439"/>
            <a:ext cx="26805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2 7 3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3" name="Google Shape;563;p32"/>
          <p:cNvSpPr/>
          <p:nvPr/>
        </p:nvSpPr>
        <p:spPr>
          <a:xfrm>
            <a:off x="9816591" y="2290022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4" name="Google Shape;564;p32"/>
          <p:cNvCxnSpPr/>
          <p:nvPr/>
        </p:nvCxnSpPr>
        <p:spPr>
          <a:xfrm>
            <a:off x="249869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5" name="Google Shape;565;p32"/>
          <p:cNvSpPr txBox="1"/>
          <p:nvPr/>
        </p:nvSpPr>
        <p:spPr>
          <a:xfrm>
            <a:off x="1798951" y="3256383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6" name="Google Shape;566;p32"/>
          <p:cNvCxnSpPr/>
          <p:nvPr/>
        </p:nvCxnSpPr>
        <p:spPr>
          <a:xfrm>
            <a:off x="8756925" y="271657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572" name="Google Shape;572;p33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3" name="Google Shape;573;p33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3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3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3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3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9" name="Google Shape;579;p33"/>
          <p:cNvCxnSpPr>
            <a:stCxn id="574" idx="7"/>
            <a:endCxn id="573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0" name="Google Shape;580;p33"/>
          <p:cNvCxnSpPr>
            <a:stCxn id="574" idx="1"/>
            <a:endCxn id="576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33"/>
          <p:cNvCxnSpPr>
            <a:stCxn id="574" idx="5"/>
            <a:endCxn id="577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33"/>
          <p:cNvCxnSpPr>
            <a:stCxn id="573" idx="2"/>
            <a:endCxn id="576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3" name="Google Shape;583;p33"/>
          <p:cNvCxnSpPr>
            <a:stCxn id="573" idx="6"/>
            <a:endCxn id="575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4" name="Google Shape;584;p33"/>
          <p:cNvCxnSpPr>
            <a:stCxn id="574" idx="3"/>
            <a:endCxn id="578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5" name="Google Shape;585;p33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" name="Google Shape;586;p33"/>
          <p:cNvCxnSpPr>
            <a:stCxn id="575" idx="5"/>
            <a:endCxn id="585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7" name="Google Shape;587;p33"/>
          <p:cNvCxnSpPr>
            <a:stCxn id="577" idx="6"/>
            <a:endCxn id="585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8" name="Google Shape;588;p33"/>
          <p:cNvCxnSpPr>
            <a:stCxn id="577" idx="0"/>
            <a:endCxn id="575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p33"/>
          <p:cNvSpPr txBox="1"/>
          <p:nvPr/>
        </p:nvSpPr>
        <p:spPr>
          <a:xfrm>
            <a:off x="1386348" y="5132439"/>
            <a:ext cx="32351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2 7 3 5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10232177" y="2290022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33"/>
          <p:cNvCxnSpPr/>
          <p:nvPr/>
        </p:nvCxnSpPr>
        <p:spPr>
          <a:xfrm>
            <a:off x="249869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2" name="Google Shape;592;p33"/>
          <p:cNvSpPr txBox="1"/>
          <p:nvPr/>
        </p:nvSpPr>
        <p:spPr>
          <a:xfrm>
            <a:off x="4092300" y="3130126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3" name="Google Shape;593;p33"/>
          <p:cNvCxnSpPr/>
          <p:nvPr/>
        </p:nvCxnSpPr>
        <p:spPr>
          <a:xfrm>
            <a:off x="8756925" y="271657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4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599" name="Google Shape;599;p34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0" name="Google Shape;600;p34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4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4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4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34"/>
          <p:cNvCxnSpPr>
            <a:stCxn id="601" idx="7"/>
            <a:endCxn id="600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7" name="Google Shape;607;p34"/>
          <p:cNvCxnSpPr>
            <a:stCxn id="601" idx="1"/>
            <a:endCxn id="603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8" name="Google Shape;608;p34"/>
          <p:cNvCxnSpPr>
            <a:stCxn id="601" idx="5"/>
            <a:endCxn id="604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34"/>
          <p:cNvCxnSpPr>
            <a:stCxn id="600" idx="2"/>
            <a:endCxn id="603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0" name="Google Shape;610;p34"/>
          <p:cNvCxnSpPr>
            <a:stCxn id="600" idx="6"/>
            <a:endCxn id="602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1" name="Google Shape;611;p34"/>
          <p:cNvCxnSpPr>
            <a:stCxn id="601" idx="3"/>
            <a:endCxn id="605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2" name="Google Shape;612;p34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3" name="Google Shape;613;p34"/>
          <p:cNvCxnSpPr>
            <a:stCxn id="602" idx="5"/>
            <a:endCxn id="612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4" name="Google Shape;614;p34"/>
          <p:cNvCxnSpPr>
            <a:stCxn id="604" idx="6"/>
            <a:endCxn id="612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5" name="Google Shape;615;p34"/>
          <p:cNvCxnSpPr>
            <a:stCxn id="604" idx="0"/>
            <a:endCxn id="602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6" name="Google Shape;616;p34"/>
          <p:cNvSpPr txBox="1"/>
          <p:nvPr/>
        </p:nvSpPr>
        <p:spPr>
          <a:xfrm>
            <a:off x="1386348" y="5132439"/>
            <a:ext cx="32351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2 7 3 5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7" name="Google Shape;617;p34"/>
          <p:cNvSpPr/>
          <p:nvPr/>
        </p:nvSpPr>
        <p:spPr>
          <a:xfrm>
            <a:off x="10645132" y="2290022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34"/>
          <p:cNvCxnSpPr/>
          <p:nvPr/>
        </p:nvCxnSpPr>
        <p:spPr>
          <a:xfrm>
            <a:off x="249869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9" name="Google Shape;619;p34"/>
          <p:cNvSpPr txBox="1"/>
          <p:nvPr/>
        </p:nvSpPr>
        <p:spPr>
          <a:xfrm>
            <a:off x="3513482" y="112967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34"/>
          <p:cNvCxnSpPr/>
          <p:nvPr/>
        </p:nvCxnSpPr>
        <p:spPr>
          <a:xfrm>
            <a:off x="8756925" y="271657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5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626" name="Google Shape;626;p35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7" name="Google Shape;627;p35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5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5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5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5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3" name="Google Shape;633;p35"/>
          <p:cNvCxnSpPr>
            <a:stCxn id="628" idx="7"/>
            <a:endCxn id="627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4" name="Google Shape;634;p35"/>
          <p:cNvCxnSpPr>
            <a:stCxn id="628" idx="1"/>
            <a:endCxn id="630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5" name="Google Shape;635;p35"/>
          <p:cNvCxnSpPr>
            <a:stCxn id="628" idx="5"/>
            <a:endCxn id="631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6" name="Google Shape;636;p35"/>
          <p:cNvCxnSpPr>
            <a:stCxn id="627" idx="2"/>
            <a:endCxn id="630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7" name="Google Shape;637;p35"/>
          <p:cNvCxnSpPr>
            <a:stCxn id="627" idx="6"/>
            <a:endCxn id="629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8" name="Google Shape;638;p35"/>
          <p:cNvCxnSpPr>
            <a:stCxn id="628" idx="3"/>
            <a:endCxn id="632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9" name="Google Shape;639;p35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0" name="Google Shape;640;p35"/>
          <p:cNvCxnSpPr>
            <a:stCxn id="629" idx="5"/>
            <a:endCxn id="639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1" name="Google Shape;641;p35"/>
          <p:cNvCxnSpPr>
            <a:stCxn id="631" idx="6"/>
            <a:endCxn id="639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2" name="Google Shape;642;p35"/>
          <p:cNvCxnSpPr>
            <a:stCxn id="631" idx="0"/>
            <a:endCxn id="629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3" name="Google Shape;643;p35"/>
          <p:cNvSpPr txBox="1"/>
          <p:nvPr/>
        </p:nvSpPr>
        <p:spPr>
          <a:xfrm>
            <a:off x="1386348" y="5132439"/>
            <a:ext cx="32351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7 3 5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4" name="Google Shape;644;p35"/>
          <p:cNvSpPr/>
          <p:nvPr/>
        </p:nvSpPr>
        <p:spPr>
          <a:xfrm>
            <a:off x="9403031" y="4819862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35"/>
          <p:cNvCxnSpPr/>
          <p:nvPr/>
        </p:nvCxnSpPr>
        <p:spPr>
          <a:xfrm>
            <a:off x="3068968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6" name="Google Shape;646;p35"/>
          <p:cNvSpPr txBox="1"/>
          <p:nvPr/>
        </p:nvSpPr>
        <p:spPr>
          <a:xfrm>
            <a:off x="3513482" y="112967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7" name="Google Shape;647;p35"/>
          <p:cNvCxnSpPr/>
          <p:nvPr/>
        </p:nvCxnSpPr>
        <p:spPr>
          <a:xfrm>
            <a:off x="8766757" y="5272958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6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653" name="Google Shape;653;p36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6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6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6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6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6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0" name="Google Shape;660;p36"/>
          <p:cNvCxnSpPr>
            <a:stCxn id="655" idx="7"/>
            <a:endCxn id="654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1" name="Google Shape;661;p36"/>
          <p:cNvCxnSpPr>
            <a:stCxn id="655" idx="1"/>
            <a:endCxn id="657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2" name="Google Shape;662;p36"/>
          <p:cNvCxnSpPr>
            <a:stCxn id="655" idx="5"/>
            <a:endCxn id="658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3" name="Google Shape;663;p36"/>
          <p:cNvCxnSpPr>
            <a:stCxn id="654" idx="2"/>
            <a:endCxn id="657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4" name="Google Shape;664;p36"/>
          <p:cNvCxnSpPr>
            <a:stCxn id="654" idx="6"/>
            <a:endCxn id="656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5" name="Google Shape;665;p36"/>
          <p:cNvCxnSpPr>
            <a:stCxn id="655" idx="3"/>
            <a:endCxn id="659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6" name="Google Shape;666;p36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36"/>
          <p:cNvCxnSpPr>
            <a:stCxn id="656" idx="5"/>
            <a:endCxn id="666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8" name="Google Shape;668;p36"/>
          <p:cNvCxnSpPr>
            <a:stCxn id="658" idx="6"/>
            <a:endCxn id="666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9" name="Google Shape;669;p36"/>
          <p:cNvCxnSpPr>
            <a:stCxn id="658" idx="0"/>
            <a:endCxn id="656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0" name="Google Shape;670;p36"/>
          <p:cNvSpPr txBox="1"/>
          <p:nvPr/>
        </p:nvSpPr>
        <p:spPr>
          <a:xfrm>
            <a:off x="1386348" y="5132439"/>
            <a:ext cx="32351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7 3 5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1" name="Google Shape;671;p36"/>
          <p:cNvSpPr/>
          <p:nvPr/>
        </p:nvSpPr>
        <p:spPr>
          <a:xfrm>
            <a:off x="9821506" y="4816662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2" name="Google Shape;672;p36"/>
          <p:cNvCxnSpPr/>
          <p:nvPr/>
        </p:nvCxnSpPr>
        <p:spPr>
          <a:xfrm>
            <a:off x="3068968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3" name="Google Shape;673;p36"/>
          <p:cNvSpPr txBox="1"/>
          <p:nvPr/>
        </p:nvSpPr>
        <p:spPr>
          <a:xfrm>
            <a:off x="4142786" y="3124563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4" name="Google Shape;674;p36"/>
          <p:cNvCxnSpPr/>
          <p:nvPr/>
        </p:nvCxnSpPr>
        <p:spPr>
          <a:xfrm>
            <a:off x="8766757" y="5272958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7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680" name="Google Shape;680;p37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7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7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37"/>
          <p:cNvCxnSpPr>
            <a:stCxn id="682" idx="7"/>
            <a:endCxn id="681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8" name="Google Shape;688;p37"/>
          <p:cNvCxnSpPr>
            <a:stCxn id="682" idx="1"/>
            <a:endCxn id="684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9" name="Google Shape;689;p37"/>
          <p:cNvCxnSpPr>
            <a:stCxn id="682" idx="5"/>
            <a:endCxn id="685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0" name="Google Shape;690;p37"/>
          <p:cNvCxnSpPr>
            <a:stCxn id="681" idx="2"/>
            <a:endCxn id="684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1" name="Google Shape;691;p37"/>
          <p:cNvCxnSpPr>
            <a:stCxn id="681" idx="6"/>
            <a:endCxn id="683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2" name="Google Shape;692;p37"/>
          <p:cNvCxnSpPr>
            <a:stCxn id="682" idx="3"/>
            <a:endCxn id="686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3" name="Google Shape;693;p37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37"/>
          <p:cNvCxnSpPr>
            <a:stCxn id="683" idx="5"/>
            <a:endCxn id="693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37"/>
          <p:cNvCxnSpPr>
            <a:stCxn id="685" idx="6"/>
            <a:endCxn id="693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p37"/>
          <p:cNvCxnSpPr>
            <a:stCxn id="685" idx="0"/>
            <a:endCxn id="683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7" name="Google Shape;697;p37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7 3 5 6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8" name="Google Shape;698;p37"/>
          <p:cNvSpPr/>
          <p:nvPr/>
        </p:nvSpPr>
        <p:spPr>
          <a:xfrm>
            <a:off x="10254126" y="4816662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37"/>
          <p:cNvCxnSpPr/>
          <p:nvPr/>
        </p:nvCxnSpPr>
        <p:spPr>
          <a:xfrm>
            <a:off x="3068968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0" name="Google Shape;700;p37"/>
          <p:cNvSpPr txBox="1"/>
          <p:nvPr/>
        </p:nvSpPr>
        <p:spPr>
          <a:xfrm>
            <a:off x="5934023" y="2616418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1" name="Google Shape;701;p37"/>
          <p:cNvCxnSpPr/>
          <p:nvPr/>
        </p:nvCxnSpPr>
        <p:spPr>
          <a:xfrm>
            <a:off x="8766757" y="5272958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8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707" name="Google Shape;707;p38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8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8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8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8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8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4" name="Google Shape;714;p38"/>
          <p:cNvCxnSpPr>
            <a:stCxn id="709" idx="7"/>
            <a:endCxn id="708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5" name="Google Shape;715;p38"/>
          <p:cNvCxnSpPr>
            <a:stCxn id="709" idx="1"/>
            <a:endCxn id="711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" name="Google Shape;716;p38"/>
          <p:cNvCxnSpPr>
            <a:stCxn id="709" idx="5"/>
            <a:endCxn id="712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" name="Google Shape;717;p38"/>
          <p:cNvCxnSpPr>
            <a:stCxn id="708" idx="2"/>
            <a:endCxn id="711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8" name="Google Shape;718;p38"/>
          <p:cNvCxnSpPr>
            <a:stCxn id="708" idx="6"/>
            <a:endCxn id="710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9" name="Google Shape;719;p38"/>
          <p:cNvCxnSpPr>
            <a:stCxn id="709" idx="3"/>
            <a:endCxn id="713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0" name="Google Shape;720;p38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38"/>
          <p:cNvCxnSpPr>
            <a:stCxn id="710" idx="5"/>
            <a:endCxn id="720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2" name="Google Shape;722;p38"/>
          <p:cNvCxnSpPr>
            <a:stCxn id="712" idx="6"/>
            <a:endCxn id="720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3" name="Google Shape;723;p38"/>
          <p:cNvCxnSpPr>
            <a:stCxn id="712" idx="0"/>
            <a:endCxn id="710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4" name="Google Shape;724;p38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3 5 6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5" name="Google Shape;725;p38"/>
          <p:cNvSpPr/>
          <p:nvPr/>
        </p:nvSpPr>
        <p:spPr>
          <a:xfrm>
            <a:off x="9393516" y="280587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6" name="Google Shape;726;p38"/>
          <p:cNvCxnSpPr/>
          <p:nvPr/>
        </p:nvCxnSpPr>
        <p:spPr>
          <a:xfrm>
            <a:off x="3609742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7" name="Google Shape;727;p38"/>
          <p:cNvSpPr txBox="1"/>
          <p:nvPr/>
        </p:nvSpPr>
        <p:spPr>
          <a:xfrm>
            <a:off x="2896266" y="2584808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8" name="Google Shape;728;p38"/>
          <p:cNvCxnSpPr/>
          <p:nvPr/>
        </p:nvCxnSpPr>
        <p:spPr>
          <a:xfrm>
            <a:off x="8766757" y="32475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9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734" name="Google Shape;734;p39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5" name="Google Shape;735;p39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9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9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9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9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9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39"/>
          <p:cNvCxnSpPr>
            <a:stCxn id="736" idx="7"/>
            <a:endCxn id="735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2" name="Google Shape;742;p39"/>
          <p:cNvCxnSpPr>
            <a:stCxn id="736" idx="1"/>
            <a:endCxn id="738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39"/>
          <p:cNvCxnSpPr>
            <a:stCxn id="736" idx="5"/>
            <a:endCxn id="739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4" name="Google Shape;744;p39"/>
          <p:cNvCxnSpPr>
            <a:stCxn id="735" idx="2"/>
            <a:endCxn id="738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5" name="Google Shape;745;p39"/>
          <p:cNvCxnSpPr>
            <a:stCxn id="735" idx="6"/>
            <a:endCxn id="737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6" name="Google Shape;746;p39"/>
          <p:cNvCxnSpPr>
            <a:stCxn id="736" idx="3"/>
            <a:endCxn id="740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7" name="Google Shape;747;p39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8" name="Google Shape;748;p39"/>
          <p:cNvCxnSpPr>
            <a:stCxn id="737" idx="5"/>
            <a:endCxn id="747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9" name="Google Shape;749;p39"/>
          <p:cNvCxnSpPr>
            <a:stCxn id="739" idx="6"/>
            <a:endCxn id="747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0" name="Google Shape;750;p39"/>
          <p:cNvCxnSpPr>
            <a:stCxn id="739" idx="0"/>
            <a:endCxn id="737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1" name="Google Shape;751;p39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5 6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2" name="Google Shape;752;p39"/>
          <p:cNvSpPr/>
          <p:nvPr/>
        </p:nvSpPr>
        <p:spPr>
          <a:xfrm>
            <a:off x="9393516" y="381494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3" name="Google Shape;753;p39"/>
          <p:cNvCxnSpPr/>
          <p:nvPr/>
        </p:nvCxnSpPr>
        <p:spPr>
          <a:xfrm>
            <a:off x="4150513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4" name="Google Shape;754;p39"/>
          <p:cNvSpPr txBox="1"/>
          <p:nvPr/>
        </p:nvSpPr>
        <p:spPr>
          <a:xfrm>
            <a:off x="2896266" y="2584808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5" name="Google Shape;755;p39"/>
          <p:cNvCxnSpPr/>
          <p:nvPr/>
        </p:nvCxnSpPr>
        <p:spPr>
          <a:xfrm>
            <a:off x="8766757" y="4279895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0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761" name="Google Shape;761;p40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2" name="Google Shape;762;p40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0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0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0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0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0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8" name="Google Shape;768;p40"/>
          <p:cNvCxnSpPr>
            <a:stCxn id="763" idx="7"/>
            <a:endCxn id="762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9" name="Google Shape;769;p40"/>
          <p:cNvCxnSpPr>
            <a:stCxn id="763" idx="1"/>
            <a:endCxn id="765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0" name="Google Shape;770;p40"/>
          <p:cNvCxnSpPr>
            <a:stCxn id="763" idx="5"/>
            <a:endCxn id="766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1" name="Google Shape;771;p40"/>
          <p:cNvCxnSpPr>
            <a:stCxn id="762" idx="2"/>
            <a:endCxn id="765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2" name="Google Shape;772;p40"/>
          <p:cNvCxnSpPr>
            <a:stCxn id="762" idx="6"/>
            <a:endCxn id="764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3" name="Google Shape;773;p40"/>
          <p:cNvCxnSpPr>
            <a:stCxn id="763" idx="3"/>
            <a:endCxn id="767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4" name="Google Shape;774;p40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5" name="Google Shape;775;p40"/>
          <p:cNvCxnSpPr>
            <a:stCxn id="764" idx="5"/>
            <a:endCxn id="774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40"/>
          <p:cNvCxnSpPr>
            <a:stCxn id="766" idx="6"/>
            <a:endCxn id="774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7" name="Google Shape;777;p40"/>
          <p:cNvCxnSpPr>
            <a:stCxn id="766" idx="0"/>
            <a:endCxn id="764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8" name="Google Shape;778;p40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5 6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9" name="Google Shape;779;p40"/>
          <p:cNvSpPr/>
          <p:nvPr/>
        </p:nvSpPr>
        <p:spPr>
          <a:xfrm>
            <a:off x="9806471" y="381494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0" name="Google Shape;780;p40"/>
          <p:cNvCxnSpPr/>
          <p:nvPr/>
        </p:nvCxnSpPr>
        <p:spPr>
          <a:xfrm>
            <a:off x="4150513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1" name="Google Shape;781;p40"/>
          <p:cNvSpPr txBox="1"/>
          <p:nvPr/>
        </p:nvSpPr>
        <p:spPr>
          <a:xfrm>
            <a:off x="5078332" y="1414982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2" name="Google Shape;782;p40"/>
          <p:cNvCxnSpPr/>
          <p:nvPr/>
        </p:nvCxnSpPr>
        <p:spPr>
          <a:xfrm>
            <a:off x="8766757" y="4279895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1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788" name="Google Shape;788;p41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9" name="Google Shape;789;p41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1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1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1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1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1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5" name="Google Shape;795;p41"/>
          <p:cNvCxnSpPr>
            <a:stCxn id="790" idx="7"/>
            <a:endCxn id="789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6" name="Google Shape;796;p41"/>
          <p:cNvCxnSpPr>
            <a:stCxn id="790" idx="1"/>
            <a:endCxn id="792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7" name="Google Shape;797;p41"/>
          <p:cNvCxnSpPr>
            <a:stCxn id="790" idx="5"/>
            <a:endCxn id="793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8" name="Google Shape;798;p41"/>
          <p:cNvCxnSpPr>
            <a:stCxn id="789" idx="2"/>
            <a:endCxn id="792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9" name="Google Shape;799;p41"/>
          <p:cNvCxnSpPr>
            <a:stCxn id="789" idx="6"/>
            <a:endCxn id="791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0" name="Google Shape;800;p41"/>
          <p:cNvCxnSpPr>
            <a:stCxn id="790" idx="3"/>
            <a:endCxn id="794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1" name="Google Shape;801;p41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41"/>
          <p:cNvCxnSpPr>
            <a:stCxn id="791" idx="5"/>
            <a:endCxn id="801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3" name="Google Shape;803;p41"/>
          <p:cNvCxnSpPr>
            <a:stCxn id="793" idx="6"/>
            <a:endCxn id="801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4" name="Google Shape;804;p41"/>
          <p:cNvCxnSpPr>
            <a:stCxn id="793" idx="0"/>
            <a:endCxn id="791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5" name="Google Shape;805;p41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5 6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6" name="Google Shape;806;p41"/>
          <p:cNvSpPr/>
          <p:nvPr/>
        </p:nvSpPr>
        <p:spPr>
          <a:xfrm>
            <a:off x="10248923" y="381494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7" name="Google Shape;807;p41"/>
          <p:cNvCxnSpPr/>
          <p:nvPr/>
        </p:nvCxnSpPr>
        <p:spPr>
          <a:xfrm>
            <a:off x="4150513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8" name="Google Shape;808;p41"/>
          <p:cNvSpPr txBox="1"/>
          <p:nvPr/>
        </p:nvSpPr>
        <p:spPr>
          <a:xfrm>
            <a:off x="5924889" y="2612950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9" name="Google Shape;809;p41"/>
          <p:cNvCxnSpPr/>
          <p:nvPr/>
        </p:nvCxnSpPr>
        <p:spPr>
          <a:xfrm>
            <a:off x="8766757" y="4279895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2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815" name="Google Shape;815;p42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6" name="Google Shape;816;p42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2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2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2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2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2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2" name="Google Shape;822;p42"/>
          <p:cNvCxnSpPr>
            <a:stCxn id="817" idx="7"/>
            <a:endCxn id="816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3" name="Google Shape;823;p42"/>
          <p:cNvCxnSpPr>
            <a:stCxn id="817" idx="1"/>
            <a:endCxn id="819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4" name="Google Shape;824;p42"/>
          <p:cNvCxnSpPr>
            <a:stCxn id="817" idx="5"/>
            <a:endCxn id="820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5" name="Google Shape;825;p42"/>
          <p:cNvCxnSpPr>
            <a:stCxn id="816" idx="2"/>
            <a:endCxn id="819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6" name="Google Shape;826;p42"/>
          <p:cNvCxnSpPr>
            <a:stCxn id="816" idx="6"/>
            <a:endCxn id="818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7" name="Google Shape;827;p42"/>
          <p:cNvCxnSpPr>
            <a:stCxn id="817" idx="3"/>
            <a:endCxn id="821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8" name="Google Shape;828;p42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9" name="Google Shape;829;p42"/>
          <p:cNvCxnSpPr>
            <a:stCxn id="818" idx="5"/>
            <a:endCxn id="828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0" name="Google Shape;830;p42"/>
          <p:cNvCxnSpPr>
            <a:stCxn id="820" idx="6"/>
            <a:endCxn id="828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42"/>
          <p:cNvCxnSpPr>
            <a:stCxn id="820" idx="0"/>
            <a:endCxn id="818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2" name="Google Shape;832;p42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6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3" name="Google Shape;833;p42"/>
          <p:cNvSpPr/>
          <p:nvPr/>
        </p:nvSpPr>
        <p:spPr>
          <a:xfrm>
            <a:off x="9383684" y="436031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4" name="Google Shape;834;p42"/>
          <p:cNvCxnSpPr/>
          <p:nvPr/>
        </p:nvCxnSpPr>
        <p:spPr>
          <a:xfrm>
            <a:off x="4720783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5" name="Google Shape;835;p42"/>
          <p:cNvSpPr txBox="1"/>
          <p:nvPr/>
        </p:nvSpPr>
        <p:spPr>
          <a:xfrm>
            <a:off x="5012377" y="1438195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" name="Google Shape;836;p42"/>
          <p:cNvCxnSpPr/>
          <p:nvPr/>
        </p:nvCxnSpPr>
        <p:spPr>
          <a:xfrm>
            <a:off x="8766757" y="4771506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3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842" name="Google Shape;842;p43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3" name="Google Shape;843;p43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3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3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3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3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3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43"/>
          <p:cNvCxnSpPr>
            <a:stCxn id="844" idx="7"/>
            <a:endCxn id="843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0" name="Google Shape;850;p43"/>
          <p:cNvCxnSpPr>
            <a:stCxn id="844" idx="1"/>
            <a:endCxn id="846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1" name="Google Shape;851;p43"/>
          <p:cNvCxnSpPr>
            <a:stCxn id="844" idx="5"/>
            <a:endCxn id="847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2" name="Google Shape;852;p43"/>
          <p:cNvCxnSpPr>
            <a:stCxn id="843" idx="2"/>
            <a:endCxn id="846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3" name="Google Shape;853;p43"/>
          <p:cNvCxnSpPr>
            <a:stCxn id="843" idx="6"/>
            <a:endCxn id="845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4" name="Google Shape;854;p43"/>
          <p:cNvCxnSpPr>
            <a:stCxn id="844" idx="3"/>
            <a:endCxn id="848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5" name="Google Shape;855;p43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6" name="Google Shape;856;p43"/>
          <p:cNvCxnSpPr>
            <a:stCxn id="845" idx="5"/>
            <a:endCxn id="855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7" name="Google Shape;857;p43"/>
          <p:cNvCxnSpPr>
            <a:stCxn id="847" idx="6"/>
            <a:endCxn id="855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8" name="Google Shape;858;p43"/>
          <p:cNvCxnSpPr>
            <a:stCxn id="847" idx="0"/>
            <a:endCxn id="845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9" name="Google Shape;859;p43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6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0" name="Google Shape;860;p43"/>
          <p:cNvSpPr/>
          <p:nvPr/>
        </p:nvSpPr>
        <p:spPr>
          <a:xfrm>
            <a:off x="9813198" y="4314017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1" name="Google Shape;861;p43"/>
          <p:cNvCxnSpPr/>
          <p:nvPr/>
        </p:nvCxnSpPr>
        <p:spPr>
          <a:xfrm>
            <a:off x="4720783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2" name="Google Shape;862;p43"/>
          <p:cNvSpPr txBox="1"/>
          <p:nvPr/>
        </p:nvSpPr>
        <p:spPr>
          <a:xfrm>
            <a:off x="4685865" y="3195523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3" name="Google Shape;863;p43"/>
          <p:cNvCxnSpPr/>
          <p:nvPr/>
        </p:nvCxnSpPr>
        <p:spPr>
          <a:xfrm>
            <a:off x="8766757" y="4771506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4"/>
          <p:cNvSpPr txBox="1"/>
          <p:nvPr>
            <p:ph type="title"/>
          </p:nvPr>
        </p:nvSpPr>
        <p:spPr>
          <a:xfrm>
            <a:off x="838200" y="188145"/>
            <a:ext cx="10515600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869" name="Google Shape;869;p44"/>
          <p:cNvSpPr txBox="1"/>
          <p:nvPr/>
        </p:nvSpPr>
        <p:spPr>
          <a:xfrm>
            <a:off x="8551557" y="1279701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4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 2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4 5 6</a:t>
            </a:r>
            <a:endParaRPr sz="2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0" name="Google Shape;870;p44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4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4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4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4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4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44"/>
          <p:cNvCxnSpPr>
            <a:stCxn id="871" idx="7"/>
            <a:endCxn id="870" idx="4"/>
          </p:cNvCxnSpPr>
          <p:nvPr/>
        </p:nvCxnSpPr>
        <p:spPr>
          <a:xfrm flipH="1" rot="10800000">
            <a:off x="3289594" y="2303859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7" name="Google Shape;877;p44"/>
          <p:cNvCxnSpPr>
            <a:stCxn id="871" idx="1"/>
            <a:endCxn id="873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8" name="Google Shape;878;p44"/>
          <p:cNvCxnSpPr>
            <a:stCxn id="871" idx="5"/>
            <a:endCxn id="874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" name="Google Shape;879;p44"/>
          <p:cNvCxnSpPr>
            <a:stCxn id="870" idx="2"/>
            <a:endCxn id="873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0" name="Google Shape;880;p44"/>
          <p:cNvCxnSpPr>
            <a:stCxn id="870" idx="6"/>
            <a:endCxn id="872" idx="2"/>
          </p:cNvCxnSpPr>
          <p:nvPr/>
        </p:nvCxnSpPr>
        <p:spPr>
          <a:xfrm>
            <a:off x="3936978" y="2000994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1" name="Google Shape;881;p44"/>
          <p:cNvCxnSpPr>
            <a:stCxn id="871" idx="3"/>
            <a:endCxn id="875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2" name="Google Shape;882;p44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3" name="Google Shape;883;p44"/>
          <p:cNvCxnSpPr>
            <a:stCxn id="872" idx="5"/>
            <a:endCxn id="882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4" name="Google Shape;884;p44"/>
          <p:cNvCxnSpPr>
            <a:stCxn id="874" idx="6"/>
            <a:endCxn id="882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5" name="Google Shape;885;p44"/>
          <p:cNvCxnSpPr>
            <a:stCxn id="874" idx="0"/>
            <a:endCxn id="872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6" name="Google Shape;886;p44"/>
          <p:cNvSpPr txBox="1"/>
          <p:nvPr/>
        </p:nvSpPr>
        <p:spPr>
          <a:xfrm>
            <a:off x="1386348" y="5132439"/>
            <a:ext cx="3789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5"/>
          <p:cNvSpPr txBox="1"/>
          <p:nvPr>
            <p:ph type="title"/>
          </p:nvPr>
        </p:nvSpPr>
        <p:spPr>
          <a:xfrm>
            <a:off x="838200" y="188145"/>
            <a:ext cx="4353232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892" name="Google Shape;892;p45"/>
          <p:cNvSpPr txBox="1"/>
          <p:nvPr/>
        </p:nvSpPr>
        <p:spPr>
          <a:xfrm>
            <a:off x="838200" y="1028406"/>
            <a:ext cx="6412079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front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pop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893" name="Google Shape;893;p45"/>
          <p:cNvSpPr/>
          <p:nvPr/>
        </p:nvSpPr>
        <p:spPr>
          <a:xfrm>
            <a:off x="5191432" y="1209368"/>
            <a:ext cx="2880852" cy="510778"/>
          </a:xfrm>
          <a:prstGeom prst="wedgeRoundRectCallout">
            <a:avLst>
              <a:gd fmla="val -153373" name="adj1"/>
              <a:gd fmla="val 98594" name="adj2"/>
              <a:gd fmla="val 16667" name="adj3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Breadth-First Search</a:t>
            </a:r>
            <a:endParaRPr sz="24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6"/>
          <p:cNvSpPr txBox="1"/>
          <p:nvPr>
            <p:ph type="title"/>
          </p:nvPr>
        </p:nvSpPr>
        <p:spPr>
          <a:xfrm>
            <a:off x="838200" y="188145"/>
            <a:ext cx="4353232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899" name="Google Shape;899;p46"/>
          <p:cNvSpPr txBox="1"/>
          <p:nvPr/>
        </p:nvSpPr>
        <p:spPr>
          <a:xfrm>
            <a:off x="838200" y="1028406"/>
            <a:ext cx="6412079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front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pop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900" name="Google Shape;900;p46"/>
          <p:cNvSpPr/>
          <p:nvPr/>
        </p:nvSpPr>
        <p:spPr>
          <a:xfrm>
            <a:off x="8181380" y="1255590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01" name="Google Shape;901;p46"/>
          <p:cNvSpPr/>
          <p:nvPr/>
        </p:nvSpPr>
        <p:spPr>
          <a:xfrm>
            <a:off x="7620849" y="2687677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02" name="Google Shape;902;p46"/>
          <p:cNvSpPr/>
          <p:nvPr/>
        </p:nvSpPr>
        <p:spPr>
          <a:xfrm>
            <a:off x="9701620" y="1520027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03" name="Google Shape;903;p46"/>
          <p:cNvSpPr/>
          <p:nvPr/>
        </p:nvSpPr>
        <p:spPr>
          <a:xfrm>
            <a:off x="6625229" y="1558545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4" name="Google Shape;904;p46"/>
          <p:cNvSpPr/>
          <p:nvPr/>
        </p:nvSpPr>
        <p:spPr>
          <a:xfrm>
            <a:off x="9103973" y="3166560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05" name="Google Shape;905;p46"/>
          <p:cNvSpPr/>
          <p:nvPr/>
        </p:nvSpPr>
        <p:spPr>
          <a:xfrm>
            <a:off x="6509544" y="3380782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906" name="Google Shape;906;p46"/>
          <p:cNvCxnSpPr>
            <a:stCxn id="901" idx="7"/>
            <a:endCxn id="900" idx="4"/>
          </p:cNvCxnSpPr>
          <p:nvPr/>
        </p:nvCxnSpPr>
        <p:spPr>
          <a:xfrm flipH="1" rot="10800000">
            <a:off x="8127065" y="1861410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7" name="Google Shape;907;p46"/>
          <p:cNvCxnSpPr>
            <a:stCxn id="901" idx="1"/>
            <a:endCxn id="903" idx="5"/>
          </p:cNvCxnSpPr>
          <p:nvPr/>
        </p:nvCxnSpPr>
        <p:spPr>
          <a:xfrm rot="10800000">
            <a:off x="7181802" y="2075610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8" name="Google Shape;908;p46"/>
          <p:cNvCxnSpPr>
            <a:stCxn id="901" idx="5"/>
            <a:endCxn id="904" idx="2"/>
          </p:cNvCxnSpPr>
          <p:nvPr/>
        </p:nvCxnSpPr>
        <p:spPr>
          <a:xfrm>
            <a:off x="8127065" y="3204853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9" name="Google Shape;909;p46"/>
          <p:cNvCxnSpPr>
            <a:stCxn id="900" idx="2"/>
            <a:endCxn id="903" idx="7"/>
          </p:cNvCxnSpPr>
          <p:nvPr/>
        </p:nvCxnSpPr>
        <p:spPr>
          <a:xfrm flipH="1">
            <a:off x="7181780" y="1558545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0" name="Google Shape;910;p46"/>
          <p:cNvCxnSpPr>
            <a:stCxn id="900" idx="6"/>
            <a:endCxn id="902" idx="2"/>
          </p:cNvCxnSpPr>
          <p:nvPr/>
        </p:nvCxnSpPr>
        <p:spPr>
          <a:xfrm>
            <a:off x="8774449" y="1558545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1" name="Google Shape;911;p46"/>
          <p:cNvCxnSpPr>
            <a:stCxn id="901" idx="3"/>
            <a:endCxn id="905" idx="7"/>
          </p:cNvCxnSpPr>
          <p:nvPr/>
        </p:nvCxnSpPr>
        <p:spPr>
          <a:xfrm flipH="1">
            <a:off x="7015902" y="3204853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2" name="Google Shape;912;p46"/>
          <p:cNvSpPr/>
          <p:nvPr/>
        </p:nvSpPr>
        <p:spPr>
          <a:xfrm>
            <a:off x="10381994" y="2731275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913" name="Google Shape;913;p46"/>
          <p:cNvCxnSpPr>
            <a:stCxn id="902" idx="5"/>
            <a:endCxn id="912" idx="0"/>
          </p:cNvCxnSpPr>
          <p:nvPr/>
        </p:nvCxnSpPr>
        <p:spPr>
          <a:xfrm>
            <a:off x="10207836" y="2037203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4" name="Google Shape;914;p46"/>
          <p:cNvCxnSpPr>
            <a:stCxn id="904" idx="6"/>
            <a:endCxn id="912" idx="3"/>
          </p:cNvCxnSpPr>
          <p:nvPr/>
        </p:nvCxnSpPr>
        <p:spPr>
          <a:xfrm flipH="1" rot="10800000">
            <a:off x="9697042" y="324841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46"/>
          <p:cNvCxnSpPr>
            <a:stCxn id="904" idx="0"/>
            <a:endCxn id="902" idx="3"/>
          </p:cNvCxnSpPr>
          <p:nvPr/>
        </p:nvCxnSpPr>
        <p:spPr>
          <a:xfrm flipH="1" rot="10800000">
            <a:off x="9400508" y="2037060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6" name="Google Shape;916;p46"/>
          <p:cNvSpPr txBox="1"/>
          <p:nvPr/>
        </p:nvSpPr>
        <p:spPr>
          <a:xfrm>
            <a:off x="6873647" y="4492729"/>
            <a:ext cx="21259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7" name="Google Shape;917;p46"/>
          <p:cNvSpPr txBox="1"/>
          <p:nvPr/>
        </p:nvSpPr>
        <p:spPr>
          <a:xfrm>
            <a:off x="6636422" y="281393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918" name="Google Shape;918;p46"/>
          <p:cNvSpPr txBox="1"/>
          <p:nvPr/>
        </p:nvSpPr>
        <p:spPr>
          <a:xfrm>
            <a:off x="7709274" y="3259787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6"/>
          <p:cNvSpPr txBox="1"/>
          <p:nvPr/>
        </p:nvSpPr>
        <p:spPr>
          <a:xfrm>
            <a:off x="6601811" y="3876258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6"/>
          <p:cNvSpPr txBox="1"/>
          <p:nvPr/>
        </p:nvSpPr>
        <p:spPr>
          <a:xfrm>
            <a:off x="9279470" y="894431"/>
            <a:ext cx="16069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visited[</a:t>
            </a:r>
            <a: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7]</a:t>
            </a: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= true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6"/>
          <p:cNvSpPr txBox="1"/>
          <p:nvPr/>
        </p:nvSpPr>
        <p:spPr>
          <a:xfrm>
            <a:off x="10489621" y="2214099"/>
            <a:ext cx="16069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visited[6]= false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6"/>
          <p:cNvSpPr txBox="1"/>
          <p:nvPr/>
        </p:nvSpPr>
        <p:spPr>
          <a:xfrm>
            <a:off x="8244818" y="5017635"/>
            <a:ext cx="4661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" name="Google Shape;923;p46"/>
          <p:cNvCxnSpPr/>
          <p:nvPr/>
        </p:nvCxnSpPr>
        <p:spPr>
          <a:xfrm>
            <a:off x="8507039" y="5060323"/>
            <a:ext cx="521636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4" name="Google Shape;924;p46"/>
          <p:cNvCxnSpPr/>
          <p:nvPr/>
        </p:nvCxnSpPr>
        <p:spPr>
          <a:xfrm>
            <a:off x="7971179" y="5065241"/>
            <a:ext cx="521636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925" name="Google Shape;925;p46"/>
          <p:cNvSpPr/>
          <p:nvPr/>
        </p:nvSpPr>
        <p:spPr>
          <a:xfrm>
            <a:off x="2411655" y="4395707"/>
            <a:ext cx="3352218" cy="130700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6" name="Google Shape;926;p46"/>
          <p:cNvCxnSpPr/>
          <p:nvPr/>
        </p:nvCxnSpPr>
        <p:spPr>
          <a:xfrm flipH="1" rot="10800000">
            <a:off x="5407742" y="3259787"/>
            <a:ext cx="1217487" cy="1056574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927" name="Google Shape;927;p46"/>
          <p:cNvCxnSpPr/>
          <p:nvPr/>
        </p:nvCxnSpPr>
        <p:spPr>
          <a:xfrm rot="10800000">
            <a:off x="9016594" y="494792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8" name="Google Shape;928;p46"/>
          <p:cNvCxnSpPr/>
          <p:nvPr/>
        </p:nvCxnSpPr>
        <p:spPr>
          <a:xfrm rot="10800000">
            <a:off x="7985354" y="496316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7"/>
          <p:cNvSpPr txBox="1"/>
          <p:nvPr>
            <p:ph type="title"/>
          </p:nvPr>
        </p:nvSpPr>
        <p:spPr>
          <a:xfrm>
            <a:off x="838200" y="188145"/>
            <a:ext cx="4353232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hu-HU"/>
              <a:t>Breadth-first search</a:t>
            </a:r>
            <a:endParaRPr b="1"/>
          </a:p>
        </p:txBody>
      </p:sp>
      <p:sp>
        <p:nvSpPr>
          <p:cNvPr id="934" name="Google Shape;934;p47"/>
          <p:cNvSpPr txBox="1"/>
          <p:nvPr/>
        </p:nvSpPr>
        <p:spPr>
          <a:xfrm>
            <a:off x="838200" y="1028406"/>
            <a:ext cx="6412079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front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pop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visited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935" name="Google Shape;935;p47"/>
          <p:cNvSpPr/>
          <p:nvPr/>
        </p:nvSpPr>
        <p:spPr>
          <a:xfrm>
            <a:off x="8181380" y="1255590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36" name="Google Shape;936;p47"/>
          <p:cNvSpPr/>
          <p:nvPr/>
        </p:nvSpPr>
        <p:spPr>
          <a:xfrm>
            <a:off x="7620849" y="2687677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37" name="Google Shape;937;p47"/>
          <p:cNvSpPr/>
          <p:nvPr/>
        </p:nvSpPr>
        <p:spPr>
          <a:xfrm>
            <a:off x="9701620" y="1520027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38" name="Google Shape;938;p47"/>
          <p:cNvSpPr/>
          <p:nvPr/>
        </p:nvSpPr>
        <p:spPr>
          <a:xfrm>
            <a:off x="6625229" y="1558545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39" name="Google Shape;939;p47"/>
          <p:cNvSpPr/>
          <p:nvPr/>
        </p:nvSpPr>
        <p:spPr>
          <a:xfrm>
            <a:off x="9103973" y="3166560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40" name="Google Shape;940;p47"/>
          <p:cNvSpPr/>
          <p:nvPr/>
        </p:nvSpPr>
        <p:spPr>
          <a:xfrm>
            <a:off x="6509544" y="3380782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941" name="Google Shape;941;p47"/>
          <p:cNvCxnSpPr>
            <a:stCxn id="936" idx="7"/>
            <a:endCxn id="935" idx="4"/>
          </p:cNvCxnSpPr>
          <p:nvPr/>
        </p:nvCxnSpPr>
        <p:spPr>
          <a:xfrm flipH="1" rot="10800000">
            <a:off x="8127065" y="1861410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2" name="Google Shape;942;p47"/>
          <p:cNvCxnSpPr>
            <a:stCxn id="936" idx="1"/>
            <a:endCxn id="938" idx="5"/>
          </p:cNvCxnSpPr>
          <p:nvPr/>
        </p:nvCxnSpPr>
        <p:spPr>
          <a:xfrm rot="10800000">
            <a:off x="7181802" y="2075610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3" name="Google Shape;943;p47"/>
          <p:cNvCxnSpPr>
            <a:stCxn id="936" idx="5"/>
            <a:endCxn id="939" idx="2"/>
          </p:cNvCxnSpPr>
          <p:nvPr/>
        </p:nvCxnSpPr>
        <p:spPr>
          <a:xfrm>
            <a:off x="8127065" y="3204853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4" name="Google Shape;944;p47"/>
          <p:cNvCxnSpPr>
            <a:stCxn id="935" idx="2"/>
            <a:endCxn id="938" idx="7"/>
          </p:cNvCxnSpPr>
          <p:nvPr/>
        </p:nvCxnSpPr>
        <p:spPr>
          <a:xfrm flipH="1">
            <a:off x="7181780" y="1558545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5" name="Google Shape;945;p47"/>
          <p:cNvCxnSpPr>
            <a:stCxn id="935" idx="6"/>
            <a:endCxn id="937" idx="2"/>
          </p:cNvCxnSpPr>
          <p:nvPr/>
        </p:nvCxnSpPr>
        <p:spPr>
          <a:xfrm>
            <a:off x="8774449" y="1558545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" name="Google Shape;946;p47"/>
          <p:cNvCxnSpPr>
            <a:stCxn id="936" idx="3"/>
            <a:endCxn id="940" idx="7"/>
          </p:cNvCxnSpPr>
          <p:nvPr/>
        </p:nvCxnSpPr>
        <p:spPr>
          <a:xfrm flipH="1">
            <a:off x="7015902" y="3204853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7" name="Google Shape;947;p47"/>
          <p:cNvSpPr/>
          <p:nvPr/>
        </p:nvSpPr>
        <p:spPr>
          <a:xfrm>
            <a:off x="10381994" y="2731275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948" name="Google Shape;948;p47"/>
          <p:cNvCxnSpPr>
            <a:stCxn id="937" idx="5"/>
            <a:endCxn id="947" idx="0"/>
          </p:cNvCxnSpPr>
          <p:nvPr/>
        </p:nvCxnSpPr>
        <p:spPr>
          <a:xfrm>
            <a:off x="10207836" y="2037203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9" name="Google Shape;949;p47"/>
          <p:cNvCxnSpPr>
            <a:stCxn id="939" idx="6"/>
            <a:endCxn id="947" idx="3"/>
          </p:cNvCxnSpPr>
          <p:nvPr/>
        </p:nvCxnSpPr>
        <p:spPr>
          <a:xfrm flipH="1" rot="10800000">
            <a:off x="9697042" y="324841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0" name="Google Shape;950;p47"/>
          <p:cNvCxnSpPr>
            <a:stCxn id="939" idx="0"/>
            <a:endCxn id="937" idx="3"/>
          </p:cNvCxnSpPr>
          <p:nvPr/>
        </p:nvCxnSpPr>
        <p:spPr>
          <a:xfrm flipH="1" rot="10800000">
            <a:off x="9400508" y="2037060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1" name="Google Shape;951;p47"/>
          <p:cNvSpPr txBox="1"/>
          <p:nvPr/>
        </p:nvSpPr>
        <p:spPr>
          <a:xfrm>
            <a:off x="6873647" y="4492729"/>
            <a:ext cx="26805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2 7 3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2" name="Google Shape;952;p47"/>
          <p:cNvSpPr txBox="1"/>
          <p:nvPr/>
        </p:nvSpPr>
        <p:spPr>
          <a:xfrm>
            <a:off x="7709274" y="3259787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7"/>
          <p:cNvSpPr txBox="1"/>
          <p:nvPr/>
        </p:nvSpPr>
        <p:spPr>
          <a:xfrm>
            <a:off x="6601811" y="3876258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7"/>
          <p:cNvSpPr txBox="1"/>
          <p:nvPr/>
        </p:nvSpPr>
        <p:spPr>
          <a:xfrm>
            <a:off x="9279470" y="894431"/>
            <a:ext cx="16069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visited[</a:t>
            </a:r>
            <a: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7]</a:t>
            </a: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= true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7"/>
          <p:cNvSpPr txBox="1"/>
          <p:nvPr/>
        </p:nvSpPr>
        <p:spPr>
          <a:xfrm>
            <a:off x="10489621" y="2214099"/>
            <a:ext cx="16069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visited[6]= false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7"/>
          <p:cNvSpPr txBox="1"/>
          <p:nvPr/>
        </p:nvSpPr>
        <p:spPr>
          <a:xfrm>
            <a:off x="8244818" y="5017635"/>
            <a:ext cx="4661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7" name="Google Shape;957;p47"/>
          <p:cNvCxnSpPr/>
          <p:nvPr/>
        </p:nvCxnSpPr>
        <p:spPr>
          <a:xfrm>
            <a:off x="8507039" y="5060323"/>
            <a:ext cx="104715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8" name="Google Shape;958;p47"/>
          <p:cNvCxnSpPr/>
          <p:nvPr/>
        </p:nvCxnSpPr>
        <p:spPr>
          <a:xfrm>
            <a:off x="7971179" y="5065241"/>
            <a:ext cx="521636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959" name="Google Shape;959;p47"/>
          <p:cNvCxnSpPr/>
          <p:nvPr/>
        </p:nvCxnSpPr>
        <p:spPr>
          <a:xfrm rot="10800000">
            <a:off x="9534754" y="494792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0" name="Google Shape;960;p47"/>
          <p:cNvCxnSpPr/>
          <p:nvPr/>
        </p:nvCxnSpPr>
        <p:spPr>
          <a:xfrm rot="10800000">
            <a:off x="7985354" y="496316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8"/>
          <p:cNvSpPr txBox="1"/>
          <p:nvPr>
            <p:ph type="title"/>
          </p:nvPr>
        </p:nvSpPr>
        <p:spPr>
          <a:xfrm>
            <a:off x="838200" y="102804"/>
            <a:ext cx="7824019" cy="11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Breadth-first search- properties</a:t>
            </a:r>
            <a:endParaRPr b="1"/>
          </a:p>
        </p:txBody>
      </p:sp>
      <p:sp>
        <p:nvSpPr>
          <p:cNvPr id="966" name="Google Shape;966;p48"/>
          <p:cNvSpPr txBox="1"/>
          <p:nvPr>
            <p:ph idx="1" type="body"/>
          </p:nvPr>
        </p:nvSpPr>
        <p:spPr>
          <a:xfrm>
            <a:off x="807048" y="1534020"/>
            <a:ext cx="6089265" cy="5031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The traversed edges create a tree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Traverses the edges in increasing order of distance from the starting node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The tree edges give the shortest path from the starting node to any other node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hu-HU" sz="2800">
                <a:solidFill>
                  <a:srgbClr val="FF0000"/>
                </a:solidFill>
              </a:rPr>
              <a:t>Time complexity: O(N + E)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67" name="Google Shape;967;p48"/>
          <p:cNvSpPr/>
          <p:nvPr/>
        </p:nvSpPr>
        <p:spPr>
          <a:xfrm>
            <a:off x="8863599" y="2235505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68" name="Google Shape;968;p48"/>
          <p:cNvSpPr/>
          <p:nvPr/>
        </p:nvSpPr>
        <p:spPr>
          <a:xfrm>
            <a:off x="8240133" y="347163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69" name="Google Shape;969;p48"/>
          <p:cNvSpPr/>
          <p:nvPr/>
        </p:nvSpPr>
        <p:spPr>
          <a:xfrm>
            <a:off x="10278071" y="246729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970" name="Google Shape;970;p48"/>
          <p:cNvSpPr/>
          <p:nvPr/>
        </p:nvSpPr>
        <p:spPr>
          <a:xfrm>
            <a:off x="7352815" y="2307405"/>
            <a:ext cx="652106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1" name="Google Shape;971;p48"/>
          <p:cNvSpPr/>
          <p:nvPr/>
        </p:nvSpPr>
        <p:spPr>
          <a:xfrm>
            <a:off x="9831559" y="3915420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72" name="Google Shape;972;p48"/>
          <p:cNvSpPr/>
          <p:nvPr/>
        </p:nvSpPr>
        <p:spPr>
          <a:xfrm>
            <a:off x="8941504" y="4934497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973" name="Google Shape;973;p48"/>
          <p:cNvCxnSpPr>
            <a:stCxn id="968" idx="7"/>
            <a:endCxn id="967" idx="4"/>
          </p:cNvCxnSpPr>
          <p:nvPr/>
        </p:nvCxnSpPr>
        <p:spPr>
          <a:xfrm flipH="1" rot="10800000">
            <a:off x="8746349" y="2841272"/>
            <a:ext cx="413700" cy="719100"/>
          </a:xfrm>
          <a:prstGeom prst="straightConnector1">
            <a:avLst/>
          </a:prstGeom>
          <a:noFill/>
          <a:ln cap="flat" cmpd="sng" w="317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4" name="Google Shape;974;p48"/>
          <p:cNvCxnSpPr>
            <a:stCxn id="968" idx="1"/>
            <a:endCxn id="970" idx="5"/>
          </p:cNvCxnSpPr>
          <p:nvPr/>
        </p:nvCxnSpPr>
        <p:spPr>
          <a:xfrm rot="10800000">
            <a:off x="7909386" y="2824472"/>
            <a:ext cx="417600" cy="7359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5" name="Google Shape;975;p48"/>
          <p:cNvCxnSpPr>
            <a:stCxn id="968" idx="5"/>
            <a:endCxn id="971" idx="2"/>
          </p:cNvCxnSpPr>
          <p:nvPr/>
        </p:nvCxnSpPr>
        <p:spPr>
          <a:xfrm>
            <a:off x="8746349" y="3988815"/>
            <a:ext cx="1085100" cy="2295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6" name="Google Shape;976;p48"/>
          <p:cNvCxnSpPr>
            <a:stCxn id="967" idx="2"/>
            <a:endCxn id="970" idx="6"/>
          </p:cNvCxnSpPr>
          <p:nvPr/>
        </p:nvCxnSpPr>
        <p:spPr>
          <a:xfrm flipH="1">
            <a:off x="8004999" y="2538460"/>
            <a:ext cx="858600" cy="720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7" name="Google Shape;977;p48"/>
          <p:cNvCxnSpPr>
            <a:stCxn id="967" idx="6"/>
            <a:endCxn id="969" idx="2"/>
          </p:cNvCxnSpPr>
          <p:nvPr/>
        </p:nvCxnSpPr>
        <p:spPr>
          <a:xfrm>
            <a:off x="9456668" y="2538460"/>
            <a:ext cx="821400" cy="2319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8" name="Google Shape;978;p48"/>
          <p:cNvCxnSpPr>
            <a:stCxn id="968" idx="4"/>
            <a:endCxn id="972" idx="1"/>
          </p:cNvCxnSpPr>
          <p:nvPr/>
        </p:nvCxnSpPr>
        <p:spPr>
          <a:xfrm>
            <a:off x="8536668" y="4077548"/>
            <a:ext cx="491700" cy="945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9" name="Google Shape;979;p48"/>
          <p:cNvSpPr/>
          <p:nvPr/>
        </p:nvSpPr>
        <p:spPr>
          <a:xfrm>
            <a:off x="11184796" y="33639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980" name="Google Shape;980;p48"/>
          <p:cNvCxnSpPr>
            <a:stCxn id="969" idx="5"/>
            <a:endCxn id="979" idx="1"/>
          </p:cNvCxnSpPr>
          <p:nvPr/>
        </p:nvCxnSpPr>
        <p:spPr>
          <a:xfrm>
            <a:off x="10784287" y="2984475"/>
            <a:ext cx="487500" cy="4683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1" name="Google Shape;981;p48"/>
          <p:cNvCxnSpPr>
            <a:stCxn id="971" idx="6"/>
            <a:endCxn id="979" idx="3"/>
          </p:cNvCxnSpPr>
          <p:nvPr/>
        </p:nvCxnSpPr>
        <p:spPr>
          <a:xfrm flipH="1" rot="10800000">
            <a:off x="10424628" y="3881175"/>
            <a:ext cx="846900" cy="337200"/>
          </a:xfrm>
          <a:prstGeom prst="straightConnector1">
            <a:avLst/>
          </a:prstGeom>
          <a:noFill/>
          <a:ln cap="flat" cmpd="sng" w="317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2" name="Google Shape;982;p48"/>
          <p:cNvCxnSpPr>
            <a:stCxn id="971" idx="0"/>
            <a:endCxn id="969" idx="3"/>
          </p:cNvCxnSpPr>
          <p:nvPr/>
        </p:nvCxnSpPr>
        <p:spPr>
          <a:xfrm flipH="1" rot="10800000">
            <a:off x="10128094" y="2984520"/>
            <a:ext cx="236700" cy="930900"/>
          </a:xfrm>
          <a:prstGeom prst="straightConnector1">
            <a:avLst/>
          </a:prstGeom>
          <a:noFill/>
          <a:ln cap="flat" cmpd="sng" w="317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3" name="Google Shape;983;p48"/>
          <p:cNvSpPr txBox="1"/>
          <p:nvPr/>
        </p:nvSpPr>
        <p:spPr>
          <a:xfrm>
            <a:off x="7743334" y="1416012"/>
            <a:ext cx="1500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0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Tree edges</a:t>
            </a:r>
            <a:endParaRPr b="1" sz="20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8"/>
          <p:cNvSpPr txBox="1"/>
          <p:nvPr/>
        </p:nvSpPr>
        <p:spPr>
          <a:xfrm>
            <a:off x="9843580" y="1639835"/>
            <a:ext cx="20035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Cross edges</a:t>
            </a:r>
            <a:endParaRPr sz="24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8"/>
          <p:cNvSpPr txBox="1"/>
          <p:nvPr/>
        </p:nvSpPr>
        <p:spPr>
          <a:xfrm>
            <a:off x="7924023" y="2042047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986" name="Google Shape;986;p48"/>
          <p:cNvSpPr txBox="1"/>
          <p:nvPr/>
        </p:nvSpPr>
        <p:spPr>
          <a:xfrm>
            <a:off x="9402666" y="1801422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7" name="Google Shape;987;p48"/>
          <p:cNvSpPr txBox="1"/>
          <p:nvPr/>
        </p:nvSpPr>
        <p:spPr>
          <a:xfrm>
            <a:off x="8867134" y="339047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8" name="Google Shape;988;p48"/>
          <p:cNvSpPr txBox="1"/>
          <p:nvPr/>
        </p:nvSpPr>
        <p:spPr>
          <a:xfrm>
            <a:off x="9534573" y="4703664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9" name="Google Shape;989;p48"/>
          <p:cNvSpPr txBox="1"/>
          <p:nvPr/>
        </p:nvSpPr>
        <p:spPr>
          <a:xfrm>
            <a:off x="10328004" y="3612466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90" name="Google Shape;990;p48"/>
          <p:cNvSpPr txBox="1"/>
          <p:nvPr/>
        </p:nvSpPr>
        <p:spPr>
          <a:xfrm>
            <a:off x="10904519" y="2139329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91" name="Google Shape;991;p48"/>
          <p:cNvSpPr txBox="1"/>
          <p:nvPr/>
        </p:nvSpPr>
        <p:spPr>
          <a:xfrm>
            <a:off x="11448125" y="292881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9"/>
          <p:cNvSpPr txBox="1"/>
          <p:nvPr>
            <p:ph type="title"/>
          </p:nvPr>
        </p:nvSpPr>
        <p:spPr>
          <a:xfrm>
            <a:off x="838200" y="-19502"/>
            <a:ext cx="5129981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BFS - again</a:t>
            </a:r>
            <a:endParaRPr/>
          </a:p>
        </p:txBody>
      </p:sp>
      <p:sp>
        <p:nvSpPr>
          <p:cNvPr id="997" name="Google Shape;997;p49"/>
          <p:cNvSpPr/>
          <p:nvPr/>
        </p:nvSpPr>
        <p:spPr>
          <a:xfrm>
            <a:off x="8181380" y="1255590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98" name="Google Shape;998;p49"/>
          <p:cNvSpPr/>
          <p:nvPr/>
        </p:nvSpPr>
        <p:spPr>
          <a:xfrm>
            <a:off x="7620849" y="2687677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99" name="Google Shape;999;p49"/>
          <p:cNvSpPr/>
          <p:nvPr/>
        </p:nvSpPr>
        <p:spPr>
          <a:xfrm>
            <a:off x="9701620" y="1520027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00" name="Google Shape;1000;p49"/>
          <p:cNvSpPr/>
          <p:nvPr/>
        </p:nvSpPr>
        <p:spPr>
          <a:xfrm>
            <a:off x="6625229" y="1558545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01" name="Google Shape;1001;p49"/>
          <p:cNvSpPr/>
          <p:nvPr/>
        </p:nvSpPr>
        <p:spPr>
          <a:xfrm>
            <a:off x="9103973" y="3166560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02" name="Google Shape;1002;p49"/>
          <p:cNvSpPr/>
          <p:nvPr/>
        </p:nvSpPr>
        <p:spPr>
          <a:xfrm>
            <a:off x="6509544" y="3380782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1003" name="Google Shape;1003;p49"/>
          <p:cNvCxnSpPr>
            <a:stCxn id="998" idx="7"/>
            <a:endCxn id="997" idx="4"/>
          </p:cNvCxnSpPr>
          <p:nvPr/>
        </p:nvCxnSpPr>
        <p:spPr>
          <a:xfrm flipH="1" rot="10800000">
            <a:off x="8127065" y="1861410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4" name="Google Shape;1004;p49"/>
          <p:cNvCxnSpPr>
            <a:stCxn id="998" idx="1"/>
            <a:endCxn id="1000" idx="5"/>
          </p:cNvCxnSpPr>
          <p:nvPr/>
        </p:nvCxnSpPr>
        <p:spPr>
          <a:xfrm rot="10800000">
            <a:off x="7181802" y="2075610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5" name="Google Shape;1005;p49"/>
          <p:cNvCxnSpPr>
            <a:stCxn id="998" idx="5"/>
            <a:endCxn id="1001" idx="2"/>
          </p:cNvCxnSpPr>
          <p:nvPr/>
        </p:nvCxnSpPr>
        <p:spPr>
          <a:xfrm>
            <a:off x="8127065" y="3204853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6" name="Google Shape;1006;p49"/>
          <p:cNvCxnSpPr>
            <a:stCxn id="997" idx="2"/>
            <a:endCxn id="1000" idx="7"/>
          </p:cNvCxnSpPr>
          <p:nvPr/>
        </p:nvCxnSpPr>
        <p:spPr>
          <a:xfrm flipH="1">
            <a:off x="7181780" y="1558545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7" name="Google Shape;1007;p49"/>
          <p:cNvCxnSpPr>
            <a:stCxn id="997" idx="6"/>
            <a:endCxn id="999" idx="2"/>
          </p:cNvCxnSpPr>
          <p:nvPr/>
        </p:nvCxnSpPr>
        <p:spPr>
          <a:xfrm>
            <a:off x="8774449" y="1558545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8" name="Google Shape;1008;p49"/>
          <p:cNvCxnSpPr>
            <a:stCxn id="998" idx="3"/>
            <a:endCxn id="1002" idx="7"/>
          </p:cNvCxnSpPr>
          <p:nvPr/>
        </p:nvCxnSpPr>
        <p:spPr>
          <a:xfrm flipH="1">
            <a:off x="7015902" y="3204853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9" name="Google Shape;1009;p49"/>
          <p:cNvSpPr/>
          <p:nvPr/>
        </p:nvSpPr>
        <p:spPr>
          <a:xfrm>
            <a:off x="10381994" y="2731275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010" name="Google Shape;1010;p49"/>
          <p:cNvCxnSpPr>
            <a:stCxn id="999" idx="5"/>
            <a:endCxn id="1009" idx="0"/>
          </p:cNvCxnSpPr>
          <p:nvPr/>
        </p:nvCxnSpPr>
        <p:spPr>
          <a:xfrm>
            <a:off x="10207836" y="2037203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1" name="Google Shape;1011;p49"/>
          <p:cNvCxnSpPr>
            <a:stCxn id="1001" idx="6"/>
            <a:endCxn id="1009" idx="3"/>
          </p:cNvCxnSpPr>
          <p:nvPr/>
        </p:nvCxnSpPr>
        <p:spPr>
          <a:xfrm flipH="1" rot="10800000">
            <a:off x="9697042" y="324841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2" name="Google Shape;1012;p49"/>
          <p:cNvCxnSpPr>
            <a:stCxn id="1001" idx="0"/>
            <a:endCxn id="999" idx="3"/>
          </p:cNvCxnSpPr>
          <p:nvPr/>
        </p:nvCxnSpPr>
        <p:spPr>
          <a:xfrm flipH="1" rot="10800000">
            <a:off x="9400508" y="2037060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3" name="Google Shape;1013;p49"/>
          <p:cNvSpPr txBox="1"/>
          <p:nvPr/>
        </p:nvSpPr>
        <p:spPr>
          <a:xfrm>
            <a:off x="6873647" y="4492729"/>
            <a:ext cx="21259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4" name="Google Shape;1014;p49"/>
          <p:cNvSpPr txBox="1"/>
          <p:nvPr/>
        </p:nvSpPr>
        <p:spPr>
          <a:xfrm>
            <a:off x="6636422" y="281393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015" name="Google Shape;1015;p49"/>
          <p:cNvSpPr txBox="1"/>
          <p:nvPr/>
        </p:nvSpPr>
        <p:spPr>
          <a:xfrm>
            <a:off x="7709274" y="3259787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9"/>
          <p:cNvSpPr txBox="1"/>
          <p:nvPr/>
        </p:nvSpPr>
        <p:spPr>
          <a:xfrm>
            <a:off x="6601811" y="3876258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9"/>
          <p:cNvSpPr txBox="1"/>
          <p:nvPr/>
        </p:nvSpPr>
        <p:spPr>
          <a:xfrm>
            <a:off x="9279470" y="894431"/>
            <a:ext cx="16955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parent[</a:t>
            </a:r>
            <a: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7]</a:t>
            </a: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b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hu-HU" sz="180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dist[7]=2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9"/>
          <p:cNvSpPr txBox="1"/>
          <p:nvPr/>
        </p:nvSpPr>
        <p:spPr>
          <a:xfrm>
            <a:off x="10489621" y="2214099"/>
            <a:ext cx="1606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parent[6]=0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9"/>
          <p:cNvSpPr txBox="1"/>
          <p:nvPr/>
        </p:nvSpPr>
        <p:spPr>
          <a:xfrm>
            <a:off x="8244818" y="5017635"/>
            <a:ext cx="4661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0" name="Google Shape;1020;p49"/>
          <p:cNvCxnSpPr/>
          <p:nvPr/>
        </p:nvCxnSpPr>
        <p:spPr>
          <a:xfrm>
            <a:off x="8507039" y="5060323"/>
            <a:ext cx="521636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1" name="Google Shape;1021;p49"/>
          <p:cNvCxnSpPr/>
          <p:nvPr/>
        </p:nvCxnSpPr>
        <p:spPr>
          <a:xfrm>
            <a:off x="7971179" y="5065241"/>
            <a:ext cx="521636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022" name="Google Shape;1022;p49"/>
          <p:cNvCxnSpPr/>
          <p:nvPr/>
        </p:nvCxnSpPr>
        <p:spPr>
          <a:xfrm rot="10800000">
            <a:off x="9016594" y="494792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3" name="Google Shape;1023;p49"/>
          <p:cNvCxnSpPr/>
          <p:nvPr/>
        </p:nvCxnSpPr>
        <p:spPr>
          <a:xfrm rot="10800000">
            <a:off x="7985354" y="496316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4" name="Google Shape;1024;p49"/>
          <p:cNvSpPr txBox="1"/>
          <p:nvPr/>
        </p:nvSpPr>
        <p:spPr>
          <a:xfrm>
            <a:off x="825786" y="720630"/>
            <a:ext cx="6125496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],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front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pop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== </a:t>
            </a:r>
            <a:r>
              <a:rPr b="0" lang="hu-HU" sz="2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+ </a:t>
            </a:r>
            <a:r>
              <a:rPr b="0" lang="hu-HU" sz="2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025" name="Google Shape;1025;p49"/>
          <p:cNvSpPr txBox="1"/>
          <p:nvPr/>
        </p:nvSpPr>
        <p:spPr>
          <a:xfrm>
            <a:off x="7019608" y="1183498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9"/>
          <p:cNvSpPr txBox="1"/>
          <p:nvPr/>
        </p:nvSpPr>
        <p:spPr>
          <a:xfrm>
            <a:off x="8597778" y="902804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9"/>
          <p:cNvSpPr txBox="1"/>
          <p:nvPr/>
        </p:nvSpPr>
        <p:spPr>
          <a:xfrm>
            <a:off x="8219105" y="2500442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9"/>
          <p:cNvSpPr/>
          <p:nvPr/>
        </p:nvSpPr>
        <p:spPr>
          <a:xfrm>
            <a:off x="2411654" y="4395706"/>
            <a:ext cx="3959603" cy="164129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9" name="Google Shape;1029;p49"/>
          <p:cNvCxnSpPr/>
          <p:nvPr/>
        </p:nvCxnSpPr>
        <p:spPr>
          <a:xfrm flipH="1" rot="10800000">
            <a:off x="5407742" y="3259787"/>
            <a:ext cx="1217487" cy="1056574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50"/>
          <p:cNvSpPr txBox="1"/>
          <p:nvPr>
            <p:ph type="title"/>
          </p:nvPr>
        </p:nvSpPr>
        <p:spPr>
          <a:xfrm>
            <a:off x="838200" y="-19502"/>
            <a:ext cx="5129981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BFS - again</a:t>
            </a:r>
            <a:endParaRPr/>
          </a:p>
        </p:txBody>
      </p:sp>
      <p:sp>
        <p:nvSpPr>
          <p:cNvPr id="1035" name="Google Shape;1035;p50"/>
          <p:cNvSpPr/>
          <p:nvPr/>
        </p:nvSpPr>
        <p:spPr>
          <a:xfrm>
            <a:off x="8181380" y="1255590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36" name="Google Shape;1036;p50"/>
          <p:cNvSpPr/>
          <p:nvPr/>
        </p:nvSpPr>
        <p:spPr>
          <a:xfrm>
            <a:off x="7620849" y="2687677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37" name="Google Shape;1037;p50"/>
          <p:cNvSpPr/>
          <p:nvPr/>
        </p:nvSpPr>
        <p:spPr>
          <a:xfrm>
            <a:off x="9701620" y="1520027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38" name="Google Shape;1038;p50"/>
          <p:cNvSpPr/>
          <p:nvPr/>
        </p:nvSpPr>
        <p:spPr>
          <a:xfrm>
            <a:off x="6625229" y="1558545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9" name="Google Shape;1039;p50"/>
          <p:cNvSpPr/>
          <p:nvPr/>
        </p:nvSpPr>
        <p:spPr>
          <a:xfrm>
            <a:off x="9103973" y="3166560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40" name="Google Shape;1040;p50"/>
          <p:cNvSpPr/>
          <p:nvPr/>
        </p:nvSpPr>
        <p:spPr>
          <a:xfrm>
            <a:off x="6509544" y="3380782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1041" name="Google Shape;1041;p50"/>
          <p:cNvCxnSpPr>
            <a:stCxn id="1036" idx="7"/>
            <a:endCxn id="1035" idx="4"/>
          </p:cNvCxnSpPr>
          <p:nvPr/>
        </p:nvCxnSpPr>
        <p:spPr>
          <a:xfrm flipH="1" rot="10800000">
            <a:off x="8127065" y="1861410"/>
            <a:ext cx="350700" cy="9150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2" name="Google Shape;1042;p50"/>
          <p:cNvCxnSpPr>
            <a:stCxn id="1036" idx="1"/>
            <a:endCxn id="1038" idx="5"/>
          </p:cNvCxnSpPr>
          <p:nvPr/>
        </p:nvCxnSpPr>
        <p:spPr>
          <a:xfrm rot="10800000">
            <a:off x="7181802" y="2075610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" name="Google Shape;1043;p50"/>
          <p:cNvCxnSpPr>
            <a:stCxn id="1036" idx="5"/>
            <a:endCxn id="1039" idx="2"/>
          </p:cNvCxnSpPr>
          <p:nvPr/>
        </p:nvCxnSpPr>
        <p:spPr>
          <a:xfrm>
            <a:off x="8127065" y="3204853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4" name="Google Shape;1044;p50"/>
          <p:cNvCxnSpPr>
            <a:stCxn id="1035" idx="2"/>
            <a:endCxn id="1038" idx="7"/>
          </p:cNvCxnSpPr>
          <p:nvPr/>
        </p:nvCxnSpPr>
        <p:spPr>
          <a:xfrm flipH="1">
            <a:off x="7181780" y="1558545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5" name="Google Shape;1045;p50"/>
          <p:cNvCxnSpPr>
            <a:stCxn id="1035" idx="6"/>
            <a:endCxn id="1037" idx="2"/>
          </p:cNvCxnSpPr>
          <p:nvPr/>
        </p:nvCxnSpPr>
        <p:spPr>
          <a:xfrm>
            <a:off x="8774449" y="1558545"/>
            <a:ext cx="927300" cy="2643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6" name="Google Shape;1046;p50"/>
          <p:cNvCxnSpPr>
            <a:stCxn id="1036" idx="3"/>
            <a:endCxn id="1040" idx="7"/>
          </p:cNvCxnSpPr>
          <p:nvPr/>
        </p:nvCxnSpPr>
        <p:spPr>
          <a:xfrm flipH="1">
            <a:off x="7015902" y="3204853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7" name="Google Shape;1047;p50"/>
          <p:cNvSpPr/>
          <p:nvPr/>
        </p:nvSpPr>
        <p:spPr>
          <a:xfrm>
            <a:off x="10381994" y="2731275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048" name="Google Shape;1048;p50"/>
          <p:cNvCxnSpPr>
            <a:stCxn id="1037" idx="5"/>
            <a:endCxn id="1047" idx="0"/>
          </p:cNvCxnSpPr>
          <p:nvPr/>
        </p:nvCxnSpPr>
        <p:spPr>
          <a:xfrm>
            <a:off x="10207836" y="2037203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9" name="Google Shape;1049;p50"/>
          <p:cNvCxnSpPr>
            <a:stCxn id="1039" idx="6"/>
            <a:endCxn id="1047" idx="3"/>
          </p:cNvCxnSpPr>
          <p:nvPr/>
        </p:nvCxnSpPr>
        <p:spPr>
          <a:xfrm flipH="1" rot="10800000">
            <a:off x="9697042" y="324841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0" name="Google Shape;1050;p50"/>
          <p:cNvCxnSpPr>
            <a:stCxn id="1039" idx="0"/>
            <a:endCxn id="1037" idx="3"/>
          </p:cNvCxnSpPr>
          <p:nvPr/>
        </p:nvCxnSpPr>
        <p:spPr>
          <a:xfrm flipH="1" rot="10800000">
            <a:off x="9400508" y="2037060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1" name="Google Shape;1051;p50"/>
          <p:cNvSpPr txBox="1"/>
          <p:nvPr/>
        </p:nvSpPr>
        <p:spPr>
          <a:xfrm>
            <a:off x="7709274" y="3259787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0"/>
          <p:cNvSpPr txBox="1"/>
          <p:nvPr/>
        </p:nvSpPr>
        <p:spPr>
          <a:xfrm>
            <a:off x="6601811" y="3876258"/>
            <a:ext cx="3870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50"/>
          <p:cNvSpPr txBox="1"/>
          <p:nvPr/>
        </p:nvSpPr>
        <p:spPr>
          <a:xfrm>
            <a:off x="9279470" y="894431"/>
            <a:ext cx="16955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parent[</a:t>
            </a:r>
            <a: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7]</a:t>
            </a: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b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hu-HU" sz="180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dist[7]=2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50"/>
          <p:cNvSpPr txBox="1"/>
          <p:nvPr/>
        </p:nvSpPr>
        <p:spPr>
          <a:xfrm>
            <a:off x="10489621" y="2214099"/>
            <a:ext cx="16069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parent[6]=0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50"/>
          <p:cNvSpPr txBox="1"/>
          <p:nvPr/>
        </p:nvSpPr>
        <p:spPr>
          <a:xfrm>
            <a:off x="825786" y="720630"/>
            <a:ext cx="6125496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],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MAXN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front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pop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== </a:t>
            </a:r>
            <a:r>
              <a:rPr b="0" lang="hu-HU" sz="2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dist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+ </a:t>
            </a:r>
            <a:r>
              <a:rPr b="0" lang="hu-HU" sz="20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056" name="Google Shape;1056;p50"/>
          <p:cNvSpPr txBox="1"/>
          <p:nvPr/>
        </p:nvSpPr>
        <p:spPr>
          <a:xfrm>
            <a:off x="7019608" y="1183498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0"/>
          <p:cNvSpPr txBox="1"/>
          <p:nvPr/>
        </p:nvSpPr>
        <p:spPr>
          <a:xfrm>
            <a:off x="8597778" y="902804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0"/>
          <p:cNvSpPr txBox="1"/>
          <p:nvPr/>
        </p:nvSpPr>
        <p:spPr>
          <a:xfrm>
            <a:off x="8219105" y="2500442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50"/>
          <p:cNvSpPr txBox="1"/>
          <p:nvPr/>
        </p:nvSpPr>
        <p:spPr>
          <a:xfrm>
            <a:off x="6873647" y="4492729"/>
            <a:ext cx="26805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2 7 3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0" name="Google Shape;1060;p50"/>
          <p:cNvSpPr txBox="1"/>
          <p:nvPr/>
        </p:nvSpPr>
        <p:spPr>
          <a:xfrm>
            <a:off x="8244818" y="5017635"/>
            <a:ext cx="46619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1" name="Google Shape;1061;p50"/>
          <p:cNvCxnSpPr/>
          <p:nvPr/>
        </p:nvCxnSpPr>
        <p:spPr>
          <a:xfrm>
            <a:off x="8507039" y="5060323"/>
            <a:ext cx="104715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2" name="Google Shape;1062;p50"/>
          <p:cNvCxnSpPr/>
          <p:nvPr/>
        </p:nvCxnSpPr>
        <p:spPr>
          <a:xfrm>
            <a:off x="7971179" y="5065241"/>
            <a:ext cx="521636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063" name="Google Shape;1063;p50"/>
          <p:cNvCxnSpPr/>
          <p:nvPr/>
        </p:nvCxnSpPr>
        <p:spPr>
          <a:xfrm rot="10800000">
            <a:off x="9534754" y="494792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4" name="Google Shape;1064;p50"/>
          <p:cNvCxnSpPr/>
          <p:nvPr/>
        </p:nvCxnSpPr>
        <p:spPr>
          <a:xfrm rot="10800000">
            <a:off x="7985354" y="4963160"/>
            <a:ext cx="0" cy="112404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5" name="Google Shape;1065;p50"/>
          <p:cNvSpPr txBox="1"/>
          <p:nvPr/>
        </p:nvSpPr>
        <p:spPr>
          <a:xfrm>
            <a:off x="5898813" y="2697487"/>
            <a:ext cx="16955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parent[3</a:t>
            </a:r>
            <a: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=2</a:t>
            </a:r>
            <a:br>
              <a:rPr lang="hu-HU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hu-HU" sz="180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dist[3]=2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1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071" name="Google Shape;1071;p51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1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51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51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51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51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7" name="Google Shape;1077;p51"/>
          <p:cNvCxnSpPr>
            <a:stCxn id="1072" idx="7"/>
            <a:endCxn id="1073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8" name="Google Shape;1078;p51"/>
          <p:cNvCxnSpPr>
            <a:stCxn id="1072" idx="1"/>
            <a:endCxn id="1074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9" name="Google Shape;1079;p51"/>
          <p:cNvCxnSpPr>
            <a:stCxn id="1072" idx="5"/>
            <a:endCxn id="1075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0" name="Google Shape;1080;p51"/>
          <p:cNvCxnSpPr>
            <a:stCxn id="1071" idx="2"/>
            <a:endCxn id="1074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1" name="Google Shape;1081;p51"/>
          <p:cNvCxnSpPr>
            <a:stCxn id="1072" idx="3"/>
            <a:endCxn id="1076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2" name="Google Shape;1082;p51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3" name="Google Shape;1083;p51"/>
          <p:cNvCxnSpPr>
            <a:stCxn id="1073" idx="5"/>
            <a:endCxn id="1082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4" name="Google Shape;1084;p51"/>
          <p:cNvCxnSpPr>
            <a:stCxn id="1075" idx="6"/>
            <a:endCxn id="1082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5" name="Google Shape;1085;p51"/>
          <p:cNvCxnSpPr>
            <a:stCxn id="1075" idx="0"/>
            <a:endCxn id="1073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6" name="Google Shape;1086;p51"/>
          <p:cNvSpPr txBox="1"/>
          <p:nvPr/>
        </p:nvSpPr>
        <p:spPr>
          <a:xfrm>
            <a:off x="1386348" y="5132439"/>
            <a:ext cx="7393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hu-HU" sz="3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3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87" name="Google Shape;1087;p51"/>
          <p:cNvCxnSpPr/>
          <p:nvPr/>
        </p:nvCxnSpPr>
        <p:spPr>
          <a:xfrm>
            <a:off x="141643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8" name="Google Shape;1088;p51"/>
          <p:cNvCxnSpPr>
            <a:stCxn id="1076" idx="0"/>
            <a:endCxn id="1074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9" name="Google Shape;1089;p51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cxnSp>
        <p:nvCxnSpPr>
          <p:cNvPr id="1090" name="Google Shape;1090;p51"/>
          <p:cNvCxnSpPr/>
          <p:nvPr/>
        </p:nvCxnSpPr>
        <p:spPr>
          <a:xfrm>
            <a:off x="7310856" y="3253481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1" name="Google Shape;1091;p51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092" name="Google Shape;1092;p51"/>
          <p:cNvSpPr txBox="1"/>
          <p:nvPr/>
        </p:nvSpPr>
        <p:spPr>
          <a:xfrm>
            <a:off x="10223392" y="2836512"/>
            <a:ext cx="15745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2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098" name="Google Shape;1098;p52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52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52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52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52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52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4" name="Google Shape;1104;p52"/>
          <p:cNvCxnSpPr>
            <a:stCxn id="1099" idx="7"/>
            <a:endCxn id="1100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5" name="Google Shape;1105;p52"/>
          <p:cNvCxnSpPr>
            <a:stCxn id="1099" idx="1"/>
            <a:endCxn id="1101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6" name="Google Shape;1106;p52"/>
          <p:cNvCxnSpPr>
            <a:stCxn id="1099" idx="5"/>
            <a:endCxn id="1102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7" name="Google Shape;1107;p52"/>
          <p:cNvCxnSpPr>
            <a:stCxn id="1098" idx="2"/>
            <a:endCxn id="1101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8" name="Google Shape;1108;p52"/>
          <p:cNvCxnSpPr>
            <a:stCxn id="1099" idx="3"/>
            <a:endCxn id="1103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9" name="Google Shape;1109;p52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0" name="Google Shape;1110;p52"/>
          <p:cNvCxnSpPr>
            <a:stCxn id="1100" idx="5"/>
            <a:endCxn id="1109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1" name="Google Shape;1111;p52"/>
          <p:cNvCxnSpPr>
            <a:stCxn id="1102" idx="6"/>
            <a:endCxn id="1109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2" name="Google Shape;1112;p52"/>
          <p:cNvCxnSpPr>
            <a:stCxn id="1102" idx="0"/>
            <a:endCxn id="1100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3" name="Google Shape;1113;p52"/>
          <p:cNvSpPr txBox="1"/>
          <p:nvPr/>
        </p:nvSpPr>
        <p:spPr>
          <a:xfrm>
            <a:off x="1386348" y="5132439"/>
            <a:ext cx="7393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endParaRPr b="1" sz="36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14" name="Google Shape;1114;p52"/>
          <p:cNvCxnSpPr/>
          <p:nvPr/>
        </p:nvCxnSpPr>
        <p:spPr>
          <a:xfrm>
            <a:off x="1416434" y="570270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5" name="Google Shape;1115;p52"/>
          <p:cNvCxnSpPr>
            <a:stCxn id="1103" idx="0"/>
            <a:endCxn id="1101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6" name="Google Shape;1116;p52"/>
          <p:cNvSpPr txBox="1"/>
          <p:nvPr/>
        </p:nvSpPr>
        <p:spPr>
          <a:xfrm>
            <a:off x="3492887" y="1142346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52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cxnSp>
        <p:nvCxnSpPr>
          <p:cNvPr id="1118" name="Google Shape;1118;p52"/>
          <p:cNvCxnSpPr/>
          <p:nvPr/>
        </p:nvCxnSpPr>
        <p:spPr>
          <a:xfrm>
            <a:off x="7310856" y="3253481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9" name="Google Shape;1119;p52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120" name="Google Shape;1120;p52"/>
          <p:cNvSpPr/>
          <p:nvPr/>
        </p:nvSpPr>
        <p:spPr>
          <a:xfrm>
            <a:off x="7922265" y="2797185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52"/>
          <p:cNvSpPr txBox="1"/>
          <p:nvPr/>
        </p:nvSpPr>
        <p:spPr>
          <a:xfrm>
            <a:off x="10223392" y="2836512"/>
            <a:ext cx="15745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3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127" name="Google Shape;1127;p53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128" name="Google Shape;1128;p53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3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3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3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3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3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4" name="Google Shape;1134;p53"/>
          <p:cNvCxnSpPr>
            <a:stCxn id="1129" idx="7"/>
            <a:endCxn id="1130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5" name="Google Shape;1135;p53"/>
          <p:cNvCxnSpPr>
            <a:stCxn id="1129" idx="1"/>
            <a:endCxn id="1131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6" name="Google Shape;1136;p53"/>
          <p:cNvCxnSpPr>
            <a:stCxn id="1129" idx="5"/>
            <a:endCxn id="1132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7" name="Google Shape;1137;p53"/>
          <p:cNvCxnSpPr>
            <a:stCxn id="1128" idx="2"/>
            <a:endCxn id="1131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8" name="Google Shape;1138;p53"/>
          <p:cNvCxnSpPr>
            <a:stCxn id="1129" idx="3"/>
            <a:endCxn id="1133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9" name="Google Shape;1139;p53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0" name="Google Shape;1140;p53"/>
          <p:cNvCxnSpPr>
            <a:stCxn id="1130" idx="5"/>
            <a:endCxn id="1139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1" name="Google Shape;1141;p53"/>
          <p:cNvCxnSpPr>
            <a:stCxn id="1132" idx="6"/>
            <a:endCxn id="1139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2" name="Google Shape;1142;p53"/>
          <p:cNvCxnSpPr>
            <a:stCxn id="1132" idx="0"/>
            <a:endCxn id="1130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3" name="Google Shape;1143;p53"/>
          <p:cNvSpPr txBox="1"/>
          <p:nvPr/>
        </p:nvSpPr>
        <p:spPr>
          <a:xfrm>
            <a:off x="1386348" y="5132439"/>
            <a:ext cx="10166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1 4</a:t>
            </a:r>
            <a:endParaRPr b="1" sz="36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44" name="Google Shape;1144;p53"/>
          <p:cNvCxnSpPr/>
          <p:nvPr/>
        </p:nvCxnSpPr>
        <p:spPr>
          <a:xfrm>
            <a:off x="7310856" y="4777483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5" name="Google Shape;1145;p53"/>
          <p:cNvCxnSpPr>
            <a:stCxn id="1133" idx="0"/>
            <a:endCxn id="1131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6" name="Google Shape;1146;p53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147" name="Google Shape;1147;p53"/>
          <p:cNvSpPr/>
          <p:nvPr/>
        </p:nvSpPr>
        <p:spPr>
          <a:xfrm>
            <a:off x="7922265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53"/>
          <p:cNvSpPr txBox="1"/>
          <p:nvPr/>
        </p:nvSpPr>
        <p:spPr>
          <a:xfrm>
            <a:off x="1950547" y="139508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53"/>
          <p:cNvSpPr/>
          <p:nvPr/>
        </p:nvSpPr>
        <p:spPr>
          <a:xfrm>
            <a:off x="7922265" y="4321187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0" name="Google Shape;1150;p53"/>
          <p:cNvCxnSpPr/>
          <p:nvPr/>
        </p:nvCxnSpPr>
        <p:spPr>
          <a:xfrm>
            <a:off x="1942955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1" name="Google Shape;1151;p53"/>
          <p:cNvSpPr txBox="1"/>
          <p:nvPr/>
        </p:nvSpPr>
        <p:spPr>
          <a:xfrm>
            <a:off x="10223392" y="2836512"/>
            <a:ext cx="15745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54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157" name="Google Shape;1157;p54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158" name="Google Shape;1158;p54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54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54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54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54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54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4" name="Google Shape;1164;p54"/>
          <p:cNvCxnSpPr>
            <a:stCxn id="1159" idx="7"/>
            <a:endCxn id="1160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5" name="Google Shape;1165;p54"/>
          <p:cNvCxnSpPr>
            <a:stCxn id="1159" idx="1"/>
            <a:endCxn id="1161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6" name="Google Shape;1166;p54"/>
          <p:cNvCxnSpPr>
            <a:stCxn id="1159" idx="5"/>
            <a:endCxn id="1162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7" name="Google Shape;1167;p54"/>
          <p:cNvCxnSpPr>
            <a:stCxn id="1158" idx="2"/>
            <a:endCxn id="1161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8" name="Google Shape;1168;p54"/>
          <p:cNvCxnSpPr>
            <a:stCxn id="1159" idx="3"/>
            <a:endCxn id="1163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9" name="Google Shape;1169;p54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0" name="Google Shape;1170;p54"/>
          <p:cNvCxnSpPr>
            <a:stCxn id="1160" idx="5"/>
            <a:endCxn id="1169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1" name="Google Shape;1171;p54"/>
          <p:cNvCxnSpPr>
            <a:stCxn id="1162" idx="6"/>
            <a:endCxn id="1169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54"/>
          <p:cNvCxnSpPr>
            <a:stCxn id="1162" idx="0"/>
            <a:endCxn id="1160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3" name="Google Shape;1173;p54"/>
          <p:cNvSpPr txBox="1"/>
          <p:nvPr/>
        </p:nvSpPr>
        <p:spPr>
          <a:xfrm>
            <a:off x="1386348" y="5132439"/>
            <a:ext cx="73930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74" name="Google Shape;1174;p54"/>
          <p:cNvCxnSpPr/>
          <p:nvPr/>
        </p:nvCxnSpPr>
        <p:spPr>
          <a:xfrm>
            <a:off x="7310856" y="323381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5" name="Google Shape;1175;p54"/>
          <p:cNvCxnSpPr>
            <a:stCxn id="1163" idx="0"/>
            <a:endCxn id="1161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6" name="Google Shape;1176;p54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177" name="Google Shape;1177;p54"/>
          <p:cNvSpPr txBox="1"/>
          <p:nvPr/>
        </p:nvSpPr>
        <p:spPr>
          <a:xfrm>
            <a:off x="2953682" y="2565559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54"/>
          <p:cNvSpPr/>
          <p:nvPr/>
        </p:nvSpPr>
        <p:spPr>
          <a:xfrm>
            <a:off x="8353220" y="277751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9" name="Google Shape;1179;p54"/>
          <p:cNvCxnSpPr/>
          <p:nvPr/>
        </p:nvCxnSpPr>
        <p:spPr>
          <a:xfrm>
            <a:off x="1431677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0" name="Google Shape;1180;p54"/>
          <p:cNvSpPr txBox="1"/>
          <p:nvPr/>
        </p:nvSpPr>
        <p:spPr>
          <a:xfrm>
            <a:off x="10223392" y="2836512"/>
            <a:ext cx="15745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5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186" name="Google Shape;1186;p55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187" name="Google Shape;1187;p55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55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55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55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55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5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3" name="Google Shape;1193;p55"/>
          <p:cNvCxnSpPr>
            <a:stCxn id="1188" idx="7"/>
            <a:endCxn id="1189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4" name="Google Shape;1194;p55"/>
          <p:cNvCxnSpPr>
            <a:stCxn id="1188" idx="1"/>
            <a:endCxn id="1190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5" name="Google Shape;1195;p55"/>
          <p:cNvCxnSpPr>
            <a:stCxn id="1188" idx="5"/>
            <a:endCxn id="1191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6" name="Google Shape;1196;p55"/>
          <p:cNvCxnSpPr>
            <a:stCxn id="1187" idx="2"/>
            <a:endCxn id="1190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7" name="Google Shape;1197;p55"/>
          <p:cNvCxnSpPr>
            <a:stCxn id="1188" idx="3"/>
            <a:endCxn id="1192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8" name="Google Shape;1198;p55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55"/>
          <p:cNvCxnSpPr>
            <a:stCxn id="1189" idx="5"/>
            <a:endCxn id="1198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0" name="Google Shape;1200;p55"/>
          <p:cNvCxnSpPr>
            <a:stCxn id="1191" idx="6"/>
            <a:endCxn id="1198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1" name="Google Shape;1201;p55"/>
          <p:cNvCxnSpPr>
            <a:stCxn id="1191" idx="0"/>
            <a:endCxn id="1189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2" name="Google Shape;1202;p55"/>
          <p:cNvSpPr txBox="1"/>
          <p:nvPr/>
        </p:nvSpPr>
        <p:spPr>
          <a:xfrm>
            <a:off x="1386348" y="5132439"/>
            <a:ext cx="12939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203" name="Google Shape;1203;p55"/>
          <p:cNvCxnSpPr/>
          <p:nvPr/>
        </p:nvCxnSpPr>
        <p:spPr>
          <a:xfrm>
            <a:off x="7310856" y="374509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4" name="Google Shape;1204;p55"/>
          <p:cNvCxnSpPr>
            <a:stCxn id="1192" idx="0"/>
            <a:endCxn id="1190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5" name="Google Shape;1205;p55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06" name="Google Shape;1206;p55"/>
          <p:cNvSpPr txBox="1"/>
          <p:nvPr/>
        </p:nvSpPr>
        <p:spPr>
          <a:xfrm>
            <a:off x="1968607" y="140633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55"/>
          <p:cNvSpPr/>
          <p:nvPr/>
        </p:nvSpPr>
        <p:spPr>
          <a:xfrm>
            <a:off x="7929943" y="329862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8" name="Google Shape;1208;p55"/>
          <p:cNvCxnSpPr/>
          <p:nvPr/>
        </p:nvCxnSpPr>
        <p:spPr>
          <a:xfrm>
            <a:off x="1948314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9" name="Google Shape;1209;p55"/>
          <p:cNvSpPr txBox="1"/>
          <p:nvPr/>
        </p:nvSpPr>
        <p:spPr>
          <a:xfrm>
            <a:off x="10223392" y="2836512"/>
            <a:ext cx="1574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55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56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216" name="Google Shape;1216;p56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217" name="Google Shape;1217;p56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56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56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56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6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6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3" name="Google Shape;1223;p56"/>
          <p:cNvCxnSpPr>
            <a:stCxn id="1218" idx="7"/>
            <a:endCxn id="1219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4" name="Google Shape;1224;p56"/>
          <p:cNvCxnSpPr>
            <a:stCxn id="1218" idx="1"/>
            <a:endCxn id="1220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5" name="Google Shape;1225;p56"/>
          <p:cNvCxnSpPr>
            <a:stCxn id="1218" idx="5"/>
            <a:endCxn id="1221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6" name="Google Shape;1226;p56"/>
          <p:cNvCxnSpPr>
            <a:stCxn id="1217" idx="2"/>
            <a:endCxn id="1220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7" name="Google Shape;1227;p56"/>
          <p:cNvCxnSpPr>
            <a:stCxn id="1218" idx="3"/>
            <a:endCxn id="1222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8" name="Google Shape;1228;p56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9" name="Google Shape;1229;p56"/>
          <p:cNvCxnSpPr>
            <a:stCxn id="1219" idx="5"/>
            <a:endCxn id="1228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0" name="Google Shape;1230;p56"/>
          <p:cNvCxnSpPr>
            <a:stCxn id="1221" idx="6"/>
            <a:endCxn id="1228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1" name="Google Shape;1231;p56"/>
          <p:cNvCxnSpPr>
            <a:stCxn id="1221" idx="0"/>
            <a:endCxn id="1219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2" name="Google Shape;1232;p56"/>
          <p:cNvSpPr txBox="1"/>
          <p:nvPr/>
        </p:nvSpPr>
        <p:spPr>
          <a:xfrm>
            <a:off x="1386348" y="5132439"/>
            <a:ext cx="12939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233" name="Google Shape;1233;p56"/>
          <p:cNvCxnSpPr/>
          <p:nvPr/>
        </p:nvCxnSpPr>
        <p:spPr>
          <a:xfrm>
            <a:off x="7310856" y="374509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4" name="Google Shape;1234;p56"/>
          <p:cNvCxnSpPr>
            <a:stCxn id="1222" idx="0"/>
            <a:endCxn id="1220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5" name="Google Shape;1235;p56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36" name="Google Shape;1236;p56"/>
          <p:cNvSpPr txBox="1"/>
          <p:nvPr/>
        </p:nvSpPr>
        <p:spPr>
          <a:xfrm>
            <a:off x="1489374" y="3344347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56"/>
          <p:cNvSpPr/>
          <p:nvPr/>
        </p:nvSpPr>
        <p:spPr>
          <a:xfrm>
            <a:off x="8352730" y="329862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8" name="Google Shape;1238;p56"/>
          <p:cNvCxnSpPr/>
          <p:nvPr/>
        </p:nvCxnSpPr>
        <p:spPr>
          <a:xfrm>
            <a:off x="1948314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9" name="Google Shape;1239;p56"/>
          <p:cNvSpPr txBox="1"/>
          <p:nvPr/>
        </p:nvSpPr>
        <p:spPr>
          <a:xfrm>
            <a:off x="10223392" y="2836512"/>
            <a:ext cx="1574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6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57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246" name="Google Shape;1246;p57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247" name="Google Shape;1247;p57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57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7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7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7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7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3" name="Google Shape;1253;p57"/>
          <p:cNvCxnSpPr>
            <a:stCxn id="1248" idx="7"/>
            <a:endCxn id="1249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4" name="Google Shape;1254;p57"/>
          <p:cNvCxnSpPr>
            <a:stCxn id="1248" idx="1"/>
            <a:endCxn id="1250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5" name="Google Shape;1255;p57"/>
          <p:cNvCxnSpPr>
            <a:stCxn id="1248" idx="5"/>
            <a:endCxn id="1251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6" name="Google Shape;1256;p57"/>
          <p:cNvCxnSpPr>
            <a:stCxn id="1247" idx="2"/>
            <a:endCxn id="1250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7" name="Google Shape;1257;p57"/>
          <p:cNvCxnSpPr>
            <a:stCxn id="1248" idx="3"/>
            <a:endCxn id="1252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8" name="Google Shape;1258;p57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9" name="Google Shape;1259;p57"/>
          <p:cNvCxnSpPr>
            <a:stCxn id="1249" idx="5"/>
            <a:endCxn id="1258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0" name="Google Shape;1260;p57"/>
          <p:cNvCxnSpPr>
            <a:stCxn id="1251" idx="6"/>
            <a:endCxn id="1258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1" name="Google Shape;1261;p57"/>
          <p:cNvCxnSpPr>
            <a:stCxn id="1251" idx="0"/>
            <a:endCxn id="1249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2" name="Google Shape;1262;p57"/>
          <p:cNvSpPr txBox="1"/>
          <p:nvPr/>
        </p:nvSpPr>
        <p:spPr>
          <a:xfrm>
            <a:off x="1386348" y="5132439"/>
            <a:ext cx="184858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1 2 3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263" name="Google Shape;1263;p57"/>
          <p:cNvCxnSpPr/>
          <p:nvPr/>
        </p:nvCxnSpPr>
        <p:spPr>
          <a:xfrm>
            <a:off x="7325030" y="424341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4" name="Google Shape;1264;p57"/>
          <p:cNvCxnSpPr>
            <a:stCxn id="1252" idx="0"/>
            <a:endCxn id="1250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5" name="Google Shape;1265;p57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66" name="Google Shape;1266;p57"/>
          <p:cNvSpPr txBox="1"/>
          <p:nvPr/>
        </p:nvSpPr>
        <p:spPr>
          <a:xfrm>
            <a:off x="2943413" y="2562734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57"/>
          <p:cNvSpPr/>
          <p:nvPr/>
        </p:nvSpPr>
        <p:spPr>
          <a:xfrm>
            <a:off x="7938627" y="380749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8" name="Google Shape;1268;p57"/>
          <p:cNvCxnSpPr/>
          <p:nvPr/>
        </p:nvCxnSpPr>
        <p:spPr>
          <a:xfrm>
            <a:off x="2518588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9" name="Google Shape;1269;p57"/>
          <p:cNvSpPr txBox="1"/>
          <p:nvPr/>
        </p:nvSpPr>
        <p:spPr>
          <a:xfrm>
            <a:off x="10223392" y="2836512"/>
            <a:ext cx="1574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57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57"/>
          <p:cNvSpPr/>
          <p:nvPr/>
        </p:nvSpPr>
        <p:spPr>
          <a:xfrm>
            <a:off x="8354884" y="331462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8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277" name="Google Shape;1277;p58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278" name="Google Shape;1278;p58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58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58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58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8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58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4" name="Google Shape;1284;p58"/>
          <p:cNvCxnSpPr>
            <a:stCxn id="1279" idx="7"/>
            <a:endCxn id="1280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5" name="Google Shape;1285;p58"/>
          <p:cNvCxnSpPr>
            <a:stCxn id="1279" idx="1"/>
            <a:endCxn id="1281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6" name="Google Shape;1286;p58"/>
          <p:cNvCxnSpPr>
            <a:stCxn id="1279" idx="5"/>
            <a:endCxn id="1282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7" name="Google Shape;1287;p58"/>
          <p:cNvCxnSpPr>
            <a:stCxn id="1278" idx="2"/>
            <a:endCxn id="1281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8" name="Google Shape;1288;p58"/>
          <p:cNvCxnSpPr>
            <a:stCxn id="1279" idx="3"/>
            <a:endCxn id="1283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9" name="Google Shape;1289;p58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0" name="Google Shape;1290;p58"/>
          <p:cNvCxnSpPr>
            <a:stCxn id="1280" idx="5"/>
            <a:endCxn id="1289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1" name="Google Shape;1291;p58"/>
          <p:cNvCxnSpPr>
            <a:stCxn id="1282" idx="6"/>
            <a:endCxn id="1289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2" name="Google Shape;1292;p58"/>
          <p:cNvCxnSpPr>
            <a:stCxn id="1282" idx="0"/>
            <a:endCxn id="1280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3" name="Google Shape;1293;p58"/>
          <p:cNvCxnSpPr/>
          <p:nvPr/>
        </p:nvCxnSpPr>
        <p:spPr>
          <a:xfrm>
            <a:off x="7325030" y="424341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4" name="Google Shape;1294;p58"/>
          <p:cNvCxnSpPr>
            <a:stCxn id="1283" idx="0"/>
            <a:endCxn id="1281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5" name="Google Shape;1295;p58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296" name="Google Shape;1296;p58"/>
          <p:cNvSpPr txBox="1"/>
          <p:nvPr/>
        </p:nvSpPr>
        <p:spPr>
          <a:xfrm>
            <a:off x="1878174" y="1442963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8348141" y="3817321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58"/>
          <p:cNvSpPr txBox="1"/>
          <p:nvPr/>
        </p:nvSpPr>
        <p:spPr>
          <a:xfrm>
            <a:off x="10223392" y="2836512"/>
            <a:ext cx="1574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8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58"/>
          <p:cNvSpPr/>
          <p:nvPr/>
        </p:nvSpPr>
        <p:spPr>
          <a:xfrm>
            <a:off x="8354884" y="331462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58"/>
          <p:cNvSpPr txBox="1"/>
          <p:nvPr/>
        </p:nvSpPr>
        <p:spPr>
          <a:xfrm>
            <a:off x="1386348" y="5132439"/>
            <a:ext cx="184858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1 2 3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02" name="Google Shape;1302;p58"/>
          <p:cNvCxnSpPr/>
          <p:nvPr/>
        </p:nvCxnSpPr>
        <p:spPr>
          <a:xfrm>
            <a:off x="2518588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59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308" name="Google Shape;1308;p59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309" name="Google Shape;1309;p59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59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59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59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59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59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5" name="Google Shape;1315;p59"/>
          <p:cNvCxnSpPr>
            <a:stCxn id="1310" idx="7"/>
            <a:endCxn id="1311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6" name="Google Shape;1316;p59"/>
          <p:cNvCxnSpPr>
            <a:stCxn id="1310" idx="1"/>
            <a:endCxn id="1312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7" name="Google Shape;1317;p59"/>
          <p:cNvCxnSpPr>
            <a:stCxn id="1310" idx="5"/>
            <a:endCxn id="1313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8" name="Google Shape;1318;p59"/>
          <p:cNvCxnSpPr>
            <a:stCxn id="1309" idx="2"/>
            <a:endCxn id="1312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9" name="Google Shape;1319;p59"/>
          <p:cNvCxnSpPr>
            <a:stCxn id="1310" idx="3"/>
            <a:endCxn id="1314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0" name="Google Shape;1320;p59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1" name="Google Shape;1321;p59"/>
          <p:cNvCxnSpPr>
            <a:stCxn id="1311" idx="5"/>
            <a:endCxn id="1320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2" name="Google Shape;1322;p59"/>
          <p:cNvCxnSpPr>
            <a:stCxn id="1313" idx="6"/>
            <a:endCxn id="1320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3" name="Google Shape;1323;p59"/>
          <p:cNvCxnSpPr>
            <a:stCxn id="1313" idx="0"/>
            <a:endCxn id="1311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4" name="Google Shape;1324;p59"/>
          <p:cNvCxnSpPr/>
          <p:nvPr/>
        </p:nvCxnSpPr>
        <p:spPr>
          <a:xfrm>
            <a:off x="7334862" y="376568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5" name="Google Shape;1325;p59"/>
          <p:cNvCxnSpPr>
            <a:stCxn id="1314" idx="0"/>
            <a:endCxn id="1312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6" name="Google Shape;1326;p59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327" name="Google Shape;1327;p59"/>
          <p:cNvSpPr txBox="1"/>
          <p:nvPr/>
        </p:nvSpPr>
        <p:spPr>
          <a:xfrm>
            <a:off x="4189406" y="3110980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59"/>
          <p:cNvSpPr/>
          <p:nvPr/>
        </p:nvSpPr>
        <p:spPr>
          <a:xfrm>
            <a:off x="8808751" y="329197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9" name="Google Shape;1329;p59"/>
          <p:cNvCxnSpPr/>
          <p:nvPr/>
        </p:nvCxnSpPr>
        <p:spPr>
          <a:xfrm>
            <a:off x="1967982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0" name="Google Shape;1330;p59"/>
          <p:cNvSpPr txBox="1"/>
          <p:nvPr/>
        </p:nvSpPr>
        <p:spPr>
          <a:xfrm>
            <a:off x="10223392" y="2836512"/>
            <a:ext cx="1574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9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59"/>
          <p:cNvSpPr txBox="1"/>
          <p:nvPr/>
        </p:nvSpPr>
        <p:spPr>
          <a:xfrm>
            <a:off x="1386348" y="5132439"/>
            <a:ext cx="127819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60"/>
          <p:cNvSpPr txBox="1"/>
          <p:nvPr/>
        </p:nvSpPr>
        <p:spPr>
          <a:xfrm>
            <a:off x="1386347" y="5132439"/>
            <a:ext cx="171081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8" name="Google Shape;1338;p60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339" name="Google Shape;1339;p60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340" name="Google Shape;1340;p60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60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0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60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60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60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6" name="Google Shape;1346;p60"/>
          <p:cNvCxnSpPr>
            <a:stCxn id="1341" idx="7"/>
            <a:endCxn id="1342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7" name="Google Shape;1347;p60"/>
          <p:cNvCxnSpPr>
            <a:stCxn id="1341" idx="1"/>
            <a:endCxn id="1343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8" name="Google Shape;1348;p60"/>
          <p:cNvCxnSpPr>
            <a:stCxn id="1341" idx="5"/>
            <a:endCxn id="1344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9" name="Google Shape;1349;p60"/>
          <p:cNvCxnSpPr>
            <a:stCxn id="1340" idx="2"/>
            <a:endCxn id="1343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0" name="Google Shape;1350;p60"/>
          <p:cNvCxnSpPr>
            <a:stCxn id="1341" idx="3"/>
            <a:endCxn id="1345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1" name="Google Shape;1351;p60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2" name="Google Shape;1352;p60"/>
          <p:cNvCxnSpPr>
            <a:stCxn id="1342" idx="5"/>
            <a:endCxn id="1351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3" name="Google Shape;1353;p60"/>
          <p:cNvCxnSpPr>
            <a:stCxn id="1344" idx="6"/>
            <a:endCxn id="1351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60"/>
          <p:cNvCxnSpPr>
            <a:stCxn id="1344" idx="0"/>
            <a:endCxn id="1342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60"/>
          <p:cNvCxnSpPr/>
          <p:nvPr/>
        </p:nvCxnSpPr>
        <p:spPr>
          <a:xfrm>
            <a:off x="7315198" y="5289682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6" name="Google Shape;1356;p60"/>
          <p:cNvCxnSpPr>
            <a:stCxn id="1345" idx="0"/>
            <a:endCxn id="1343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7" name="Google Shape;1357;p60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358" name="Google Shape;1358;p60"/>
          <p:cNvSpPr txBox="1"/>
          <p:nvPr/>
        </p:nvSpPr>
        <p:spPr>
          <a:xfrm>
            <a:off x="2960647" y="2604789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60"/>
          <p:cNvSpPr/>
          <p:nvPr/>
        </p:nvSpPr>
        <p:spPr>
          <a:xfrm>
            <a:off x="7933680" y="482580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0" name="Google Shape;1360;p60"/>
          <p:cNvCxnSpPr/>
          <p:nvPr/>
        </p:nvCxnSpPr>
        <p:spPr>
          <a:xfrm>
            <a:off x="2528423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1" name="Google Shape;1361;p60"/>
          <p:cNvSpPr txBox="1"/>
          <p:nvPr/>
        </p:nvSpPr>
        <p:spPr>
          <a:xfrm>
            <a:off x="10223392" y="2836512"/>
            <a:ext cx="1574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60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60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61"/>
          <p:cNvSpPr txBox="1"/>
          <p:nvPr/>
        </p:nvSpPr>
        <p:spPr>
          <a:xfrm>
            <a:off x="1386347" y="5132439"/>
            <a:ext cx="171081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9" name="Google Shape;1369;p61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370" name="Google Shape;1370;p61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371" name="Google Shape;1371;p61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61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61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61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61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61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7" name="Google Shape;1377;p61"/>
          <p:cNvCxnSpPr>
            <a:stCxn id="1372" idx="7"/>
            <a:endCxn id="1373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8" name="Google Shape;1378;p61"/>
          <p:cNvCxnSpPr>
            <a:stCxn id="1372" idx="1"/>
            <a:endCxn id="1374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9" name="Google Shape;1379;p61"/>
          <p:cNvCxnSpPr>
            <a:stCxn id="1372" idx="5"/>
            <a:endCxn id="1375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0" name="Google Shape;1380;p61"/>
          <p:cNvCxnSpPr>
            <a:stCxn id="1371" idx="2"/>
            <a:endCxn id="1374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1" name="Google Shape;1381;p61"/>
          <p:cNvCxnSpPr>
            <a:stCxn id="1372" idx="3"/>
            <a:endCxn id="1376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2" name="Google Shape;1382;p61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3" name="Google Shape;1383;p61"/>
          <p:cNvCxnSpPr>
            <a:stCxn id="1373" idx="5"/>
            <a:endCxn id="1382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4" name="Google Shape;1384;p61"/>
          <p:cNvCxnSpPr>
            <a:stCxn id="1375" idx="6"/>
            <a:endCxn id="1382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5" name="Google Shape;1385;p61"/>
          <p:cNvCxnSpPr>
            <a:stCxn id="1375" idx="0"/>
            <a:endCxn id="1373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6" name="Google Shape;1386;p61"/>
          <p:cNvCxnSpPr/>
          <p:nvPr/>
        </p:nvCxnSpPr>
        <p:spPr>
          <a:xfrm>
            <a:off x="7315198" y="5289682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7" name="Google Shape;1387;p61"/>
          <p:cNvCxnSpPr>
            <a:stCxn id="1376" idx="0"/>
            <a:endCxn id="1374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8" name="Google Shape;1388;p61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389" name="Google Shape;1389;p61"/>
          <p:cNvSpPr txBox="1"/>
          <p:nvPr/>
        </p:nvSpPr>
        <p:spPr>
          <a:xfrm>
            <a:off x="5175572" y="1438195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61"/>
          <p:cNvSpPr/>
          <p:nvPr/>
        </p:nvSpPr>
        <p:spPr>
          <a:xfrm>
            <a:off x="8385966" y="4825809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1" name="Google Shape;1391;p61"/>
          <p:cNvCxnSpPr/>
          <p:nvPr/>
        </p:nvCxnSpPr>
        <p:spPr>
          <a:xfrm>
            <a:off x="2528423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2" name="Google Shape;1392;p61"/>
          <p:cNvSpPr txBox="1"/>
          <p:nvPr/>
        </p:nvSpPr>
        <p:spPr>
          <a:xfrm>
            <a:off x="10223392" y="2836512"/>
            <a:ext cx="1574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61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61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62"/>
          <p:cNvSpPr txBox="1"/>
          <p:nvPr/>
        </p:nvSpPr>
        <p:spPr>
          <a:xfrm>
            <a:off x="1386347" y="5132439"/>
            <a:ext cx="23892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1 2 5 7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0" name="Google Shape;1400;p62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401" name="Google Shape;1401;p62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402" name="Google Shape;1402;p62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62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62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62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62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62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8" name="Google Shape;1408;p62"/>
          <p:cNvCxnSpPr>
            <a:stCxn id="1403" idx="7"/>
            <a:endCxn id="1404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9" name="Google Shape;1409;p62"/>
          <p:cNvCxnSpPr>
            <a:stCxn id="1403" idx="1"/>
            <a:endCxn id="1405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0" name="Google Shape;1410;p62"/>
          <p:cNvCxnSpPr>
            <a:stCxn id="1403" idx="5"/>
            <a:endCxn id="1406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1" name="Google Shape;1411;p62"/>
          <p:cNvCxnSpPr>
            <a:stCxn id="1402" idx="2"/>
            <a:endCxn id="1405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2" name="Google Shape;1412;p62"/>
          <p:cNvCxnSpPr>
            <a:stCxn id="1403" idx="3"/>
            <a:endCxn id="1407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3" name="Google Shape;1413;p62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4" name="Google Shape;1414;p62"/>
          <p:cNvCxnSpPr>
            <a:stCxn id="1404" idx="5"/>
            <a:endCxn id="1413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5" name="Google Shape;1415;p62"/>
          <p:cNvCxnSpPr>
            <a:stCxn id="1406" idx="6"/>
            <a:endCxn id="1413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6" name="Google Shape;1416;p62"/>
          <p:cNvCxnSpPr>
            <a:stCxn id="1406" idx="0"/>
            <a:endCxn id="1404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7" name="Google Shape;1417;p62"/>
          <p:cNvCxnSpPr/>
          <p:nvPr/>
        </p:nvCxnSpPr>
        <p:spPr>
          <a:xfrm>
            <a:off x="7315198" y="6322071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8" name="Google Shape;1418;p62"/>
          <p:cNvCxnSpPr>
            <a:stCxn id="1407" idx="0"/>
            <a:endCxn id="1405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9" name="Google Shape;1419;p62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420" name="Google Shape;1420;p62"/>
          <p:cNvSpPr txBox="1"/>
          <p:nvPr/>
        </p:nvSpPr>
        <p:spPr>
          <a:xfrm>
            <a:off x="3009129" y="2568385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62"/>
          <p:cNvSpPr/>
          <p:nvPr/>
        </p:nvSpPr>
        <p:spPr>
          <a:xfrm>
            <a:off x="7944861" y="5864810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2" name="Google Shape;1422;p62"/>
          <p:cNvCxnSpPr/>
          <p:nvPr/>
        </p:nvCxnSpPr>
        <p:spPr>
          <a:xfrm>
            <a:off x="3079032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3" name="Google Shape;1423;p62"/>
          <p:cNvSpPr txBox="1"/>
          <p:nvPr/>
        </p:nvSpPr>
        <p:spPr>
          <a:xfrm>
            <a:off x="10223392" y="2836512"/>
            <a:ext cx="33254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62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62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62"/>
          <p:cNvSpPr/>
          <p:nvPr/>
        </p:nvSpPr>
        <p:spPr>
          <a:xfrm>
            <a:off x="8374548" y="482754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63"/>
          <p:cNvSpPr txBox="1"/>
          <p:nvPr/>
        </p:nvSpPr>
        <p:spPr>
          <a:xfrm>
            <a:off x="1386347" y="5132439"/>
            <a:ext cx="23892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1 2 5 7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2" name="Google Shape;1432;p63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433" name="Google Shape;1433;p63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434" name="Google Shape;1434;p63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63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63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63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63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63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0" name="Google Shape;1440;p63"/>
          <p:cNvCxnSpPr>
            <a:stCxn id="1435" idx="7"/>
            <a:endCxn id="1436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1" name="Google Shape;1441;p63"/>
          <p:cNvCxnSpPr>
            <a:stCxn id="1435" idx="1"/>
            <a:endCxn id="1437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2" name="Google Shape;1442;p63"/>
          <p:cNvCxnSpPr>
            <a:stCxn id="1435" idx="5"/>
            <a:endCxn id="1438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3" name="Google Shape;1443;p63"/>
          <p:cNvCxnSpPr>
            <a:stCxn id="1434" idx="2"/>
            <a:endCxn id="1437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4" name="Google Shape;1444;p63"/>
          <p:cNvCxnSpPr>
            <a:stCxn id="1435" idx="3"/>
            <a:endCxn id="1439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5" name="Google Shape;1445;p63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6" name="Google Shape;1446;p63"/>
          <p:cNvCxnSpPr>
            <a:stCxn id="1436" idx="5"/>
            <a:endCxn id="1445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7" name="Google Shape;1447;p63"/>
          <p:cNvCxnSpPr>
            <a:stCxn id="1438" idx="6"/>
            <a:endCxn id="1445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8" name="Google Shape;1448;p63"/>
          <p:cNvCxnSpPr>
            <a:stCxn id="1438" idx="0"/>
            <a:endCxn id="1436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9" name="Google Shape;1449;p63"/>
          <p:cNvCxnSpPr/>
          <p:nvPr/>
        </p:nvCxnSpPr>
        <p:spPr>
          <a:xfrm>
            <a:off x="7315198" y="6322071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0" name="Google Shape;1450;p63"/>
          <p:cNvCxnSpPr>
            <a:stCxn id="1439" idx="0"/>
            <a:endCxn id="1437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1" name="Google Shape;1451;p63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452" name="Google Shape;1452;p63"/>
          <p:cNvSpPr txBox="1"/>
          <p:nvPr/>
        </p:nvSpPr>
        <p:spPr>
          <a:xfrm>
            <a:off x="4198404" y="3091608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63"/>
          <p:cNvSpPr/>
          <p:nvPr/>
        </p:nvSpPr>
        <p:spPr>
          <a:xfrm>
            <a:off x="8387315" y="5864810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4" name="Google Shape;1454;p63"/>
          <p:cNvCxnSpPr/>
          <p:nvPr/>
        </p:nvCxnSpPr>
        <p:spPr>
          <a:xfrm>
            <a:off x="3079032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5" name="Google Shape;1455;p63"/>
          <p:cNvSpPr txBox="1"/>
          <p:nvPr/>
        </p:nvSpPr>
        <p:spPr>
          <a:xfrm>
            <a:off x="10223392" y="2836512"/>
            <a:ext cx="33254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63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63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63"/>
          <p:cNvSpPr/>
          <p:nvPr/>
        </p:nvSpPr>
        <p:spPr>
          <a:xfrm>
            <a:off x="8374548" y="482754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64"/>
          <p:cNvSpPr txBox="1"/>
          <p:nvPr/>
        </p:nvSpPr>
        <p:spPr>
          <a:xfrm>
            <a:off x="1386347" y="5132439"/>
            <a:ext cx="23892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1 2 5 7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4" name="Google Shape;1464;p64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465" name="Google Shape;1465;p64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466" name="Google Shape;1466;p64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64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64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64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64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64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2" name="Google Shape;1472;p64"/>
          <p:cNvCxnSpPr>
            <a:stCxn id="1467" idx="7"/>
            <a:endCxn id="1468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3" name="Google Shape;1473;p64"/>
          <p:cNvCxnSpPr>
            <a:stCxn id="1467" idx="1"/>
            <a:endCxn id="1469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4" name="Google Shape;1474;p64"/>
          <p:cNvCxnSpPr>
            <a:stCxn id="1467" idx="5"/>
            <a:endCxn id="1470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5" name="Google Shape;1475;p64"/>
          <p:cNvCxnSpPr>
            <a:stCxn id="1466" idx="2"/>
            <a:endCxn id="1469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6" name="Google Shape;1476;p64"/>
          <p:cNvCxnSpPr>
            <a:stCxn id="1467" idx="3"/>
            <a:endCxn id="1471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7" name="Google Shape;1477;p64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8" name="Google Shape;1478;p64"/>
          <p:cNvCxnSpPr>
            <a:stCxn id="1468" idx="5"/>
            <a:endCxn id="1477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9" name="Google Shape;1479;p64"/>
          <p:cNvCxnSpPr>
            <a:stCxn id="1470" idx="6"/>
            <a:endCxn id="1477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0" name="Google Shape;1480;p64"/>
          <p:cNvCxnSpPr>
            <a:stCxn id="1470" idx="0"/>
            <a:endCxn id="1468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1" name="Google Shape;1481;p64"/>
          <p:cNvCxnSpPr/>
          <p:nvPr/>
        </p:nvCxnSpPr>
        <p:spPr>
          <a:xfrm>
            <a:off x="7315198" y="6322071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2" name="Google Shape;1482;p64"/>
          <p:cNvCxnSpPr>
            <a:stCxn id="1471" idx="0"/>
            <a:endCxn id="1469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3" name="Google Shape;1483;p64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484" name="Google Shape;1484;p64"/>
          <p:cNvSpPr txBox="1"/>
          <p:nvPr/>
        </p:nvSpPr>
        <p:spPr>
          <a:xfrm>
            <a:off x="5908124" y="2618901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64"/>
          <p:cNvSpPr/>
          <p:nvPr/>
        </p:nvSpPr>
        <p:spPr>
          <a:xfrm>
            <a:off x="8807562" y="5865775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6" name="Google Shape;1486;p64"/>
          <p:cNvCxnSpPr/>
          <p:nvPr/>
        </p:nvCxnSpPr>
        <p:spPr>
          <a:xfrm>
            <a:off x="3079032" y="5664887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7" name="Google Shape;1487;p64"/>
          <p:cNvSpPr txBox="1"/>
          <p:nvPr/>
        </p:nvSpPr>
        <p:spPr>
          <a:xfrm>
            <a:off x="10223392" y="2836512"/>
            <a:ext cx="33254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64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64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64"/>
          <p:cNvSpPr/>
          <p:nvPr/>
        </p:nvSpPr>
        <p:spPr>
          <a:xfrm>
            <a:off x="8374548" y="482754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65"/>
          <p:cNvSpPr txBox="1"/>
          <p:nvPr/>
        </p:nvSpPr>
        <p:spPr>
          <a:xfrm>
            <a:off x="1386346" y="5132439"/>
            <a:ext cx="288015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1 2 5 7 6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6" name="Google Shape;1496;p65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497" name="Google Shape;1497;p65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498" name="Google Shape;1498;p65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65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65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65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65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65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4" name="Google Shape;1504;p65"/>
          <p:cNvCxnSpPr>
            <a:stCxn id="1499" idx="7"/>
            <a:endCxn id="1500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5" name="Google Shape;1505;p65"/>
          <p:cNvCxnSpPr>
            <a:stCxn id="1499" idx="1"/>
            <a:endCxn id="1501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6" name="Google Shape;1506;p65"/>
          <p:cNvCxnSpPr>
            <a:stCxn id="1499" idx="5"/>
            <a:endCxn id="1502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7" name="Google Shape;1507;p65"/>
          <p:cNvCxnSpPr>
            <a:stCxn id="1498" idx="2"/>
            <a:endCxn id="1501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8" name="Google Shape;1508;p65"/>
          <p:cNvCxnSpPr>
            <a:stCxn id="1499" idx="3"/>
            <a:endCxn id="1503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9" name="Google Shape;1509;p65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0" name="Google Shape;1510;p65"/>
          <p:cNvCxnSpPr>
            <a:stCxn id="1500" idx="5"/>
            <a:endCxn id="1509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1" name="Google Shape;1511;p65"/>
          <p:cNvCxnSpPr>
            <a:stCxn id="1502" idx="6"/>
            <a:endCxn id="1509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2" name="Google Shape;1512;p65"/>
          <p:cNvCxnSpPr>
            <a:stCxn id="1502" idx="0"/>
            <a:endCxn id="1500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3" name="Google Shape;1513;p65"/>
          <p:cNvCxnSpPr/>
          <p:nvPr/>
        </p:nvCxnSpPr>
        <p:spPr>
          <a:xfrm>
            <a:off x="7315198" y="581079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4" name="Google Shape;1514;p65"/>
          <p:cNvCxnSpPr>
            <a:stCxn id="1503" idx="0"/>
            <a:endCxn id="1501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5" name="Google Shape;1515;p65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516" name="Google Shape;1516;p65"/>
          <p:cNvSpPr txBox="1"/>
          <p:nvPr/>
        </p:nvSpPr>
        <p:spPr>
          <a:xfrm>
            <a:off x="5078332" y="1382915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65"/>
          <p:cNvSpPr/>
          <p:nvPr/>
        </p:nvSpPr>
        <p:spPr>
          <a:xfrm>
            <a:off x="8807562" y="5865775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8" name="Google Shape;1518;p65"/>
          <p:cNvCxnSpPr/>
          <p:nvPr/>
        </p:nvCxnSpPr>
        <p:spPr>
          <a:xfrm>
            <a:off x="3619806" y="567471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9" name="Google Shape;1519;p65"/>
          <p:cNvSpPr txBox="1"/>
          <p:nvPr/>
        </p:nvSpPr>
        <p:spPr>
          <a:xfrm>
            <a:off x="10223392" y="2836512"/>
            <a:ext cx="332546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65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65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65"/>
          <p:cNvSpPr/>
          <p:nvPr/>
        </p:nvSpPr>
        <p:spPr>
          <a:xfrm>
            <a:off x="8374548" y="482754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65"/>
          <p:cNvSpPr/>
          <p:nvPr/>
        </p:nvSpPr>
        <p:spPr>
          <a:xfrm>
            <a:off x="7948459" y="535449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66"/>
          <p:cNvSpPr txBox="1"/>
          <p:nvPr/>
        </p:nvSpPr>
        <p:spPr>
          <a:xfrm>
            <a:off x="1386346" y="5132439"/>
            <a:ext cx="288015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1 2 5 7 6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9" name="Google Shape;1529;p66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530" name="Google Shape;1530;p66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531" name="Google Shape;1531;p66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66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66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66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66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66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7" name="Google Shape;1537;p66"/>
          <p:cNvCxnSpPr>
            <a:stCxn id="1532" idx="7"/>
            <a:endCxn id="1533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8" name="Google Shape;1538;p66"/>
          <p:cNvCxnSpPr>
            <a:stCxn id="1532" idx="1"/>
            <a:endCxn id="1534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9" name="Google Shape;1539;p66"/>
          <p:cNvCxnSpPr>
            <a:stCxn id="1532" idx="5"/>
            <a:endCxn id="1535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0" name="Google Shape;1540;p66"/>
          <p:cNvCxnSpPr>
            <a:stCxn id="1531" idx="2"/>
            <a:endCxn id="1534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1" name="Google Shape;1541;p66"/>
          <p:cNvCxnSpPr>
            <a:stCxn id="1532" idx="3"/>
            <a:endCxn id="1536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2" name="Google Shape;1542;p66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3" name="Google Shape;1543;p66"/>
          <p:cNvCxnSpPr>
            <a:stCxn id="1533" idx="5"/>
            <a:endCxn id="1542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4" name="Google Shape;1544;p66"/>
          <p:cNvCxnSpPr>
            <a:stCxn id="1535" idx="6"/>
            <a:endCxn id="1542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5" name="Google Shape;1545;p66"/>
          <p:cNvCxnSpPr>
            <a:stCxn id="1535" idx="0"/>
            <a:endCxn id="1533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6" name="Google Shape;1546;p66"/>
          <p:cNvCxnSpPr/>
          <p:nvPr/>
        </p:nvCxnSpPr>
        <p:spPr>
          <a:xfrm>
            <a:off x="7315198" y="5810794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7" name="Google Shape;1547;p66"/>
          <p:cNvCxnSpPr>
            <a:stCxn id="1536" idx="0"/>
            <a:endCxn id="1534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8" name="Google Shape;1548;p66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549" name="Google Shape;1549;p66"/>
          <p:cNvSpPr txBox="1"/>
          <p:nvPr/>
        </p:nvSpPr>
        <p:spPr>
          <a:xfrm>
            <a:off x="4735855" y="3168738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66"/>
          <p:cNvSpPr/>
          <p:nvPr/>
        </p:nvSpPr>
        <p:spPr>
          <a:xfrm>
            <a:off x="8807562" y="5865775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1" name="Google Shape;1551;p66"/>
          <p:cNvCxnSpPr/>
          <p:nvPr/>
        </p:nvCxnSpPr>
        <p:spPr>
          <a:xfrm>
            <a:off x="3619806" y="567471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2" name="Google Shape;1552;p66"/>
          <p:cNvSpPr txBox="1"/>
          <p:nvPr/>
        </p:nvSpPr>
        <p:spPr>
          <a:xfrm>
            <a:off x="10223392" y="2836512"/>
            <a:ext cx="332546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66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66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66"/>
          <p:cNvSpPr/>
          <p:nvPr/>
        </p:nvSpPr>
        <p:spPr>
          <a:xfrm>
            <a:off x="8374548" y="482754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66"/>
          <p:cNvSpPr/>
          <p:nvPr/>
        </p:nvSpPr>
        <p:spPr>
          <a:xfrm>
            <a:off x="8371243" y="535449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67"/>
          <p:cNvSpPr txBox="1"/>
          <p:nvPr/>
        </p:nvSpPr>
        <p:spPr>
          <a:xfrm>
            <a:off x="1386346" y="5132439"/>
            <a:ext cx="288015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1 2 5 7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4 3 6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2" name="Google Shape;1562;p67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563" name="Google Shape;1563;p67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564" name="Google Shape;1564;p67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67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67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67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67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67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0" name="Google Shape;1570;p67"/>
          <p:cNvCxnSpPr>
            <a:stCxn id="1565" idx="7"/>
            <a:endCxn id="1566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1" name="Google Shape;1571;p67"/>
          <p:cNvCxnSpPr>
            <a:stCxn id="1565" idx="1"/>
            <a:endCxn id="1567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2" name="Google Shape;1572;p67"/>
          <p:cNvCxnSpPr>
            <a:stCxn id="1565" idx="5"/>
            <a:endCxn id="1568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3" name="Google Shape;1573;p67"/>
          <p:cNvCxnSpPr>
            <a:stCxn id="1564" idx="2"/>
            <a:endCxn id="1567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4" name="Google Shape;1574;p67"/>
          <p:cNvCxnSpPr>
            <a:stCxn id="1565" idx="3"/>
            <a:endCxn id="1569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5" name="Google Shape;1575;p67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6" name="Google Shape;1576;p67"/>
          <p:cNvCxnSpPr>
            <a:stCxn id="1566" idx="5"/>
            <a:endCxn id="1575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7" name="Google Shape;1577;p67"/>
          <p:cNvCxnSpPr>
            <a:stCxn id="1568" idx="6"/>
            <a:endCxn id="1575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8" name="Google Shape;1578;p67"/>
          <p:cNvCxnSpPr>
            <a:stCxn id="1568" idx="0"/>
            <a:endCxn id="1566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9" name="Google Shape;1579;p67"/>
          <p:cNvCxnSpPr/>
          <p:nvPr/>
        </p:nvCxnSpPr>
        <p:spPr>
          <a:xfrm>
            <a:off x="7315198" y="6282741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0" name="Google Shape;1580;p67"/>
          <p:cNvCxnSpPr>
            <a:stCxn id="1569" idx="0"/>
            <a:endCxn id="1567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1" name="Google Shape;1581;p67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582" name="Google Shape;1582;p67"/>
          <p:cNvSpPr/>
          <p:nvPr/>
        </p:nvSpPr>
        <p:spPr>
          <a:xfrm>
            <a:off x="8807562" y="5865775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67"/>
          <p:cNvCxnSpPr/>
          <p:nvPr/>
        </p:nvCxnSpPr>
        <p:spPr>
          <a:xfrm>
            <a:off x="3069199" y="567471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4" name="Google Shape;1584;p67"/>
          <p:cNvSpPr txBox="1"/>
          <p:nvPr/>
        </p:nvSpPr>
        <p:spPr>
          <a:xfrm>
            <a:off x="10223392" y="2836512"/>
            <a:ext cx="33254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67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67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67"/>
          <p:cNvSpPr/>
          <p:nvPr/>
        </p:nvSpPr>
        <p:spPr>
          <a:xfrm>
            <a:off x="8374548" y="4827548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68"/>
          <p:cNvSpPr txBox="1"/>
          <p:nvPr/>
        </p:nvSpPr>
        <p:spPr>
          <a:xfrm>
            <a:off x="1386346" y="5132439"/>
            <a:ext cx="288015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1 2 5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4 3 6 7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3" name="Google Shape;1593;p68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594" name="Google Shape;1594;p68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Szomszédsági lista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595" name="Google Shape;1595;p68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68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68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68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68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68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1" name="Google Shape;1601;p68"/>
          <p:cNvCxnSpPr>
            <a:stCxn id="1596" idx="7"/>
            <a:endCxn id="1597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2" name="Google Shape;1602;p68"/>
          <p:cNvCxnSpPr>
            <a:stCxn id="1596" idx="1"/>
            <a:endCxn id="1598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3" name="Google Shape;1603;p68"/>
          <p:cNvCxnSpPr>
            <a:stCxn id="1596" idx="5"/>
            <a:endCxn id="1599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4" name="Google Shape;1604;p68"/>
          <p:cNvCxnSpPr>
            <a:stCxn id="1595" idx="2"/>
            <a:endCxn id="1598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5" name="Google Shape;1605;p68"/>
          <p:cNvCxnSpPr>
            <a:stCxn id="1596" idx="3"/>
            <a:endCxn id="1600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6" name="Google Shape;1606;p68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7" name="Google Shape;1607;p68"/>
          <p:cNvCxnSpPr>
            <a:stCxn id="1597" idx="5"/>
            <a:endCxn id="1606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8" name="Google Shape;1608;p68"/>
          <p:cNvCxnSpPr>
            <a:stCxn id="1599" idx="6"/>
            <a:endCxn id="1606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9" name="Google Shape;1609;p68"/>
          <p:cNvCxnSpPr>
            <a:stCxn id="1599" idx="0"/>
            <a:endCxn id="1597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0" name="Google Shape;1610;p68"/>
          <p:cNvCxnSpPr/>
          <p:nvPr/>
        </p:nvCxnSpPr>
        <p:spPr>
          <a:xfrm>
            <a:off x="7315198" y="5279850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1" name="Google Shape;1611;p68"/>
          <p:cNvCxnSpPr>
            <a:stCxn id="1600" idx="0"/>
            <a:endCxn id="1598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2" name="Google Shape;1612;p68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1613" name="Google Shape;1613;p68"/>
          <p:cNvCxnSpPr/>
          <p:nvPr/>
        </p:nvCxnSpPr>
        <p:spPr>
          <a:xfrm>
            <a:off x="2498925" y="567471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4" name="Google Shape;1614;p68"/>
          <p:cNvSpPr txBox="1"/>
          <p:nvPr/>
        </p:nvSpPr>
        <p:spPr>
          <a:xfrm>
            <a:off x="10223392" y="2836512"/>
            <a:ext cx="33254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   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5" name="Google Shape;1615;p68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68"/>
          <p:cNvSpPr/>
          <p:nvPr/>
        </p:nvSpPr>
        <p:spPr>
          <a:xfrm>
            <a:off x="8802250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68"/>
          <p:cNvSpPr/>
          <p:nvPr/>
        </p:nvSpPr>
        <p:spPr>
          <a:xfrm>
            <a:off x="8802250" y="4823554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68"/>
          <p:cNvSpPr txBox="1"/>
          <p:nvPr/>
        </p:nvSpPr>
        <p:spPr>
          <a:xfrm>
            <a:off x="5973013" y="2692268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9"/>
          <p:cNvSpPr txBox="1"/>
          <p:nvPr/>
        </p:nvSpPr>
        <p:spPr>
          <a:xfrm>
            <a:off x="1386346" y="5132439"/>
            <a:ext cx="288015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1 2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4 3 6 7 5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4" name="Google Shape;1624;p69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625" name="Google Shape;1625;p69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626" name="Google Shape;1626;p69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69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69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69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69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69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2" name="Google Shape;1632;p69"/>
          <p:cNvCxnSpPr>
            <a:stCxn id="1627" idx="7"/>
            <a:endCxn id="1628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3" name="Google Shape;1633;p69"/>
          <p:cNvCxnSpPr>
            <a:stCxn id="1627" idx="1"/>
            <a:endCxn id="1629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4" name="Google Shape;1634;p69"/>
          <p:cNvCxnSpPr>
            <a:stCxn id="1627" idx="5"/>
            <a:endCxn id="1630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5" name="Google Shape;1635;p69"/>
          <p:cNvCxnSpPr>
            <a:stCxn id="1626" idx="2"/>
            <a:endCxn id="1629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6" name="Google Shape;1636;p69"/>
          <p:cNvCxnSpPr>
            <a:stCxn id="1627" idx="3"/>
            <a:endCxn id="1631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7" name="Google Shape;1637;p69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8" name="Google Shape;1638;p69"/>
          <p:cNvCxnSpPr>
            <a:stCxn id="1628" idx="5"/>
            <a:endCxn id="1637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9" name="Google Shape;1639;p69"/>
          <p:cNvCxnSpPr>
            <a:stCxn id="1630" idx="6"/>
            <a:endCxn id="1637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0" name="Google Shape;1640;p69"/>
          <p:cNvCxnSpPr>
            <a:stCxn id="1630" idx="0"/>
            <a:endCxn id="1628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1" name="Google Shape;1641;p69"/>
          <p:cNvCxnSpPr/>
          <p:nvPr/>
        </p:nvCxnSpPr>
        <p:spPr>
          <a:xfrm>
            <a:off x="7334863" y="3739988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2" name="Google Shape;1642;p69"/>
          <p:cNvCxnSpPr>
            <a:stCxn id="1631" idx="0"/>
            <a:endCxn id="1629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3" name="Google Shape;1643;p69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1644" name="Google Shape;1644;p69"/>
          <p:cNvCxnSpPr/>
          <p:nvPr/>
        </p:nvCxnSpPr>
        <p:spPr>
          <a:xfrm>
            <a:off x="1977815" y="567471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5" name="Google Shape;1645;p69"/>
          <p:cNvSpPr txBox="1"/>
          <p:nvPr/>
        </p:nvSpPr>
        <p:spPr>
          <a:xfrm>
            <a:off x="10223392" y="2836512"/>
            <a:ext cx="33254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6" name="Google Shape;1646;p69"/>
          <p:cNvSpPr/>
          <p:nvPr/>
        </p:nvSpPr>
        <p:spPr>
          <a:xfrm>
            <a:off x="8354884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66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69"/>
          <p:cNvSpPr/>
          <p:nvPr/>
        </p:nvSpPr>
        <p:spPr>
          <a:xfrm>
            <a:off x="9236557" y="3298633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69"/>
          <p:cNvSpPr txBox="1"/>
          <p:nvPr/>
        </p:nvSpPr>
        <p:spPr>
          <a:xfrm>
            <a:off x="4991027" y="1404673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70"/>
          <p:cNvSpPr txBox="1"/>
          <p:nvPr/>
        </p:nvSpPr>
        <p:spPr>
          <a:xfrm>
            <a:off x="1386346" y="5132439"/>
            <a:ext cx="36928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4 3 6 7 5 2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4" name="Google Shape;1654;p70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655" name="Google Shape;1655;p70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656" name="Google Shape;1656;p70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70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70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70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635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70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70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2" name="Google Shape;1662;p70"/>
          <p:cNvCxnSpPr>
            <a:stCxn id="1657" idx="7"/>
            <a:endCxn id="1658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3" name="Google Shape;1663;p70"/>
          <p:cNvCxnSpPr>
            <a:stCxn id="1657" idx="1"/>
            <a:endCxn id="1659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4" name="Google Shape;1664;p70"/>
          <p:cNvCxnSpPr>
            <a:stCxn id="1657" idx="5"/>
            <a:endCxn id="1660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5" name="Google Shape;1665;p70"/>
          <p:cNvCxnSpPr>
            <a:stCxn id="1656" idx="2"/>
            <a:endCxn id="1659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6" name="Google Shape;1666;p70"/>
          <p:cNvCxnSpPr>
            <a:stCxn id="1657" idx="3"/>
            <a:endCxn id="1661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7" name="Google Shape;1667;p70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8" name="Google Shape;1668;p70"/>
          <p:cNvCxnSpPr>
            <a:stCxn id="1658" idx="5"/>
            <a:endCxn id="1667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9" name="Google Shape;1669;p70"/>
          <p:cNvCxnSpPr>
            <a:stCxn id="1660" idx="6"/>
            <a:endCxn id="1667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0" name="Google Shape;1670;p70"/>
          <p:cNvCxnSpPr>
            <a:stCxn id="1660" idx="0"/>
            <a:endCxn id="1658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1" name="Google Shape;1671;p70"/>
          <p:cNvCxnSpPr/>
          <p:nvPr/>
        </p:nvCxnSpPr>
        <p:spPr>
          <a:xfrm>
            <a:off x="7315199" y="3242465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2" name="Google Shape;1672;p70"/>
          <p:cNvCxnSpPr>
            <a:stCxn id="1661" idx="0"/>
            <a:endCxn id="1659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635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3" name="Google Shape;1673;p70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1674" name="Google Shape;1674;p70"/>
          <p:cNvCxnSpPr/>
          <p:nvPr/>
        </p:nvCxnSpPr>
        <p:spPr>
          <a:xfrm>
            <a:off x="1427207" y="5674719"/>
            <a:ext cx="401410" cy="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5" name="Google Shape;1675;p70"/>
          <p:cNvSpPr txBox="1"/>
          <p:nvPr/>
        </p:nvSpPr>
        <p:spPr>
          <a:xfrm>
            <a:off x="10223392" y="2836512"/>
            <a:ext cx="33254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hu-HU" sz="18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hu-HU" sz="18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8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6" name="Google Shape;1676;p70"/>
          <p:cNvSpPr/>
          <p:nvPr/>
        </p:nvSpPr>
        <p:spPr>
          <a:xfrm>
            <a:off x="8811869" y="2811936"/>
            <a:ext cx="344129" cy="456296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70"/>
          <p:cNvSpPr txBox="1"/>
          <p:nvPr/>
        </p:nvSpPr>
        <p:spPr>
          <a:xfrm>
            <a:off x="1432956" y="3344347"/>
            <a:ext cx="466191" cy="605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71"/>
          <p:cNvSpPr txBox="1"/>
          <p:nvPr/>
        </p:nvSpPr>
        <p:spPr>
          <a:xfrm>
            <a:off x="1386346" y="5132439"/>
            <a:ext cx="424503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9CC2E5"/>
                </a:solidFill>
                <a:latin typeface="Courier New"/>
                <a:ea typeface="Courier New"/>
                <a:cs typeface="Courier New"/>
                <a:sym typeface="Courier New"/>
              </a:rPr>
              <a:t>1 4 2 3 5 7 6</a:t>
            </a:r>
            <a:r>
              <a:rPr b="1" lang="hu-HU" sz="3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6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4 3 6 7 5 2 1</a:t>
            </a:r>
            <a:endParaRPr b="1" sz="3600"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3" name="Google Shape;1683;p71"/>
          <p:cNvSpPr txBox="1"/>
          <p:nvPr>
            <p:ph type="title"/>
          </p:nvPr>
        </p:nvSpPr>
        <p:spPr>
          <a:xfrm>
            <a:off x="838200" y="188145"/>
            <a:ext cx="6418006" cy="903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Depth-first search</a:t>
            </a:r>
            <a:endParaRPr b="1"/>
          </a:p>
        </p:txBody>
      </p:sp>
      <p:sp>
        <p:nvSpPr>
          <p:cNvPr id="1684" name="Google Shape;1684;p71"/>
          <p:cNvSpPr txBox="1"/>
          <p:nvPr/>
        </p:nvSpPr>
        <p:spPr>
          <a:xfrm>
            <a:off x="7112843" y="2297315"/>
            <a:ext cx="2958723" cy="415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Adjacency list: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1: 4 2 3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2: 1 3 5 7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3: 2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4: 1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5: 2 7 6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6: 7 5</a:t>
            </a:r>
            <a:endParaRPr/>
          </a:p>
          <a:p>
            <a:pPr indent="0" lvl="0" marL="1666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hu-HU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7: 2 5 6</a:t>
            </a:r>
            <a:endParaRPr/>
          </a:p>
        </p:txBody>
      </p:sp>
      <p:sp>
        <p:nvSpPr>
          <p:cNvPr id="1685" name="Google Shape;1685;p71"/>
          <p:cNvSpPr/>
          <p:nvPr/>
        </p:nvSpPr>
        <p:spPr>
          <a:xfrm>
            <a:off x="3343909" y="169803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71"/>
          <p:cNvSpPr/>
          <p:nvPr/>
        </p:nvSpPr>
        <p:spPr>
          <a:xfrm>
            <a:off x="2783378" y="313012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71"/>
          <p:cNvSpPr/>
          <p:nvPr/>
        </p:nvSpPr>
        <p:spPr>
          <a:xfrm>
            <a:off x="4864149" y="1962476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71"/>
          <p:cNvSpPr/>
          <p:nvPr/>
        </p:nvSpPr>
        <p:spPr>
          <a:xfrm>
            <a:off x="1787758" y="2000994"/>
            <a:ext cx="652106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71"/>
          <p:cNvSpPr/>
          <p:nvPr/>
        </p:nvSpPr>
        <p:spPr>
          <a:xfrm>
            <a:off x="4266502" y="3609009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71"/>
          <p:cNvSpPr/>
          <p:nvPr/>
        </p:nvSpPr>
        <p:spPr>
          <a:xfrm>
            <a:off x="1672073" y="3823231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1" name="Google Shape;1691;p71"/>
          <p:cNvCxnSpPr>
            <a:stCxn id="1686" idx="7"/>
            <a:endCxn id="1687" idx="2"/>
          </p:cNvCxnSpPr>
          <p:nvPr/>
        </p:nvCxnSpPr>
        <p:spPr>
          <a:xfrm flipH="1" rot="10800000">
            <a:off x="3289594" y="2265459"/>
            <a:ext cx="1574700" cy="9534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2" name="Google Shape;1692;p71"/>
          <p:cNvCxnSpPr>
            <a:stCxn id="1686" idx="1"/>
            <a:endCxn id="1688" idx="5"/>
          </p:cNvCxnSpPr>
          <p:nvPr/>
        </p:nvCxnSpPr>
        <p:spPr>
          <a:xfrm rot="10800000">
            <a:off x="2344331" y="2518059"/>
            <a:ext cx="525900" cy="700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3" name="Google Shape;1693;p71"/>
          <p:cNvCxnSpPr>
            <a:stCxn id="1686" idx="5"/>
            <a:endCxn id="1689" idx="2"/>
          </p:cNvCxnSpPr>
          <p:nvPr/>
        </p:nvCxnSpPr>
        <p:spPr>
          <a:xfrm>
            <a:off x="3289594" y="3647302"/>
            <a:ext cx="976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4" name="Google Shape;1694;p71"/>
          <p:cNvCxnSpPr>
            <a:stCxn id="1685" idx="2"/>
            <a:endCxn id="1688" idx="7"/>
          </p:cNvCxnSpPr>
          <p:nvPr/>
        </p:nvCxnSpPr>
        <p:spPr>
          <a:xfrm flipH="1">
            <a:off x="2344309" y="2000994"/>
            <a:ext cx="999600" cy="888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5" name="Google Shape;1695;p71"/>
          <p:cNvCxnSpPr>
            <a:stCxn id="1686" idx="3"/>
            <a:endCxn id="1690" idx="7"/>
          </p:cNvCxnSpPr>
          <p:nvPr/>
        </p:nvCxnSpPr>
        <p:spPr>
          <a:xfrm flipH="1">
            <a:off x="2178431" y="3647302"/>
            <a:ext cx="691800" cy="2646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6" name="Google Shape;1696;p71"/>
          <p:cNvSpPr/>
          <p:nvPr/>
        </p:nvSpPr>
        <p:spPr>
          <a:xfrm>
            <a:off x="5544523" y="3173724"/>
            <a:ext cx="593069" cy="605909"/>
          </a:xfrm>
          <a:prstGeom prst="ellipse">
            <a:avLst/>
          </a:prstGeom>
          <a:noFill/>
          <a:ln cap="flat" cmpd="sng" w="2857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7" name="Google Shape;1697;p71"/>
          <p:cNvCxnSpPr>
            <a:stCxn id="1687" idx="5"/>
            <a:endCxn id="1696" idx="0"/>
          </p:cNvCxnSpPr>
          <p:nvPr/>
        </p:nvCxnSpPr>
        <p:spPr>
          <a:xfrm>
            <a:off x="5370365" y="2479652"/>
            <a:ext cx="470700" cy="6942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8" name="Google Shape;1698;p71"/>
          <p:cNvCxnSpPr>
            <a:stCxn id="1689" idx="6"/>
            <a:endCxn id="1696" idx="3"/>
          </p:cNvCxnSpPr>
          <p:nvPr/>
        </p:nvCxnSpPr>
        <p:spPr>
          <a:xfrm flipH="1" rot="10800000">
            <a:off x="4859571" y="3690864"/>
            <a:ext cx="771900" cy="2211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9" name="Google Shape;1699;p71"/>
          <p:cNvCxnSpPr>
            <a:stCxn id="1689" idx="0"/>
            <a:endCxn id="1687" idx="3"/>
          </p:cNvCxnSpPr>
          <p:nvPr/>
        </p:nvCxnSpPr>
        <p:spPr>
          <a:xfrm flipH="1" rot="10800000">
            <a:off x="4563037" y="2479509"/>
            <a:ext cx="387900" cy="112950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0" name="Google Shape;1700;p71"/>
          <p:cNvCxnSpPr>
            <a:stCxn id="1690" idx="0"/>
            <a:endCxn id="1688" idx="4"/>
          </p:cNvCxnSpPr>
          <p:nvPr/>
        </p:nvCxnSpPr>
        <p:spPr>
          <a:xfrm flipH="1" rot="10800000">
            <a:off x="1968608" y="2607031"/>
            <a:ext cx="145200" cy="121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1" name="Google Shape;1701;p71"/>
          <p:cNvSpPr txBox="1"/>
          <p:nvPr/>
        </p:nvSpPr>
        <p:spPr>
          <a:xfrm>
            <a:off x="7112843" y="252236"/>
            <a:ext cx="377527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 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 = 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lang="hu-HU" sz="2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: 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lang="hu-HU" sz="2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(!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lang="hu-HU" sz="2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dfs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hu-HU" sz="2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702" name="Google Shape;1702;p71"/>
          <p:cNvSpPr txBox="1"/>
          <p:nvPr/>
        </p:nvSpPr>
        <p:spPr>
          <a:xfrm>
            <a:off x="229344" y="4919124"/>
            <a:ext cx="11570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DSF in</a:t>
            </a:r>
            <a:endParaRPr sz="2000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71"/>
          <p:cNvSpPr txBox="1"/>
          <p:nvPr/>
        </p:nvSpPr>
        <p:spPr>
          <a:xfrm>
            <a:off x="229344" y="5622423"/>
            <a:ext cx="11570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DFS out</a:t>
            </a:r>
            <a:endParaRPr sz="20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72"/>
          <p:cNvSpPr txBox="1"/>
          <p:nvPr>
            <p:ph type="title"/>
          </p:nvPr>
        </p:nvSpPr>
        <p:spPr>
          <a:xfrm>
            <a:off x="838200" y="102804"/>
            <a:ext cx="7824019" cy="11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hu-HU"/>
              <a:t>DFS - properties</a:t>
            </a:r>
            <a:endParaRPr b="1"/>
          </a:p>
        </p:txBody>
      </p:sp>
      <p:sp>
        <p:nvSpPr>
          <p:cNvPr id="1709" name="Google Shape;1709;p72"/>
          <p:cNvSpPr txBox="1"/>
          <p:nvPr>
            <p:ph idx="1" type="body"/>
          </p:nvPr>
        </p:nvSpPr>
        <p:spPr>
          <a:xfrm>
            <a:off x="807048" y="1534020"/>
            <a:ext cx="6089265" cy="5031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The traversed edges create a tree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Once we leave a vertex, we will have traversed every vertex reachable from it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hu-HU"/>
              <a:t>In case of undirected graphs: only tree edges and back edges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i="1" lang="hu-HU"/>
              <a:t>In case of directed graphs: cross edges and forward edges as well</a:t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hu-HU" sz="2800">
                <a:solidFill>
                  <a:srgbClr val="FF0000"/>
                </a:solidFill>
              </a:rPr>
              <a:t>Time complexity: O(N + E)</a:t>
            </a:r>
            <a:endParaRPr sz="2800">
              <a:solidFill>
                <a:srgbClr val="FF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0" name="Google Shape;1710;p72"/>
          <p:cNvSpPr txBox="1"/>
          <p:nvPr/>
        </p:nvSpPr>
        <p:spPr>
          <a:xfrm>
            <a:off x="7743334" y="1416012"/>
            <a:ext cx="15000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Tree edges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72"/>
          <p:cNvSpPr txBox="1"/>
          <p:nvPr/>
        </p:nvSpPr>
        <p:spPr>
          <a:xfrm>
            <a:off x="9843580" y="1639835"/>
            <a:ext cx="20035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Back edges</a:t>
            </a:r>
            <a:endParaRPr sz="24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72"/>
          <p:cNvSpPr/>
          <p:nvPr/>
        </p:nvSpPr>
        <p:spPr>
          <a:xfrm>
            <a:off x="8840141" y="2203130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13" name="Google Shape;1713;p72"/>
          <p:cNvSpPr/>
          <p:nvPr/>
        </p:nvSpPr>
        <p:spPr>
          <a:xfrm>
            <a:off x="8326262" y="330763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14" name="Google Shape;1714;p72"/>
          <p:cNvSpPr/>
          <p:nvPr/>
        </p:nvSpPr>
        <p:spPr>
          <a:xfrm>
            <a:off x="10485593" y="3037312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15" name="Google Shape;1715;p72"/>
          <p:cNvSpPr/>
          <p:nvPr/>
        </p:nvSpPr>
        <p:spPr>
          <a:xfrm>
            <a:off x="7417281" y="2363066"/>
            <a:ext cx="652106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16" name="Google Shape;1716;p72"/>
          <p:cNvSpPr/>
          <p:nvPr/>
        </p:nvSpPr>
        <p:spPr>
          <a:xfrm>
            <a:off x="9338694" y="3884276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17" name="Google Shape;1717;p72"/>
          <p:cNvSpPr/>
          <p:nvPr/>
        </p:nvSpPr>
        <p:spPr>
          <a:xfrm>
            <a:off x="7629855" y="4321150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1718" name="Google Shape;1718;p72"/>
          <p:cNvCxnSpPr>
            <a:stCxn id="1713" idx="7"/>
            <a:endCxn id="1714" idx="2"/>
          </p:cNvCxnSpPr>
          <p:nvPr/>
        </p:nvCxnSpPr>
        <p:spPr>
          <a:xfrm flipH="1" rot="10800000">
            <a:off x="8832478" y="3340267"/>
            <a:ext cx="1653000" cy="56100"/>
          </a:xfrm>
          <a:prstGeom prst="straightConnector1">
            <a:avLst/>
          </a:prstGeom>
          <a:noFill/>
          <a:ln cap="flat" cmpd="sng" w="254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9" name="Google Shape;1719;p72"/>
          <p:cNvCxnSpPr>
            <a:stCxn id="1713" idx="1"/>
            <a:endCxn id="1715" idx="5"/>
          </p:cNvCxnSpPr>
          <p:nvPr/>
        </p:nvCxnSpPr>
        <p:spPr>
          <a:xfrm rot="10800000">
            <a:off x="7973915" y="2880367"/>
            <a:ext cx="439200" cy="5160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0" name="Google Shape;1720;p72"/>
          <p:cNvCxnSpPr>
            <a:stCxn id="1713" idx="5"/>
            <a:endCxn id="1716" idx="2"/>
          </p:cNvCxnSpPr>
          <p:nvPr/>
        </p:nvCxnSpPr>
        <p:spPr>
          <a:xfrm>
            <a:off x="8832478" y="3824810"/>
            <a:ext cx="506100" cy="3624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1" name="Google Shape;1721;p72"/>
          <p:cNvCxnSpPr>
            <a:stCxn id="1712" idx="2"/>
            <a:endCxn id="1715" idx="6"/>
          </p:cNvCxnSpPr>
          <p:nvPr/>
        </p:nvCxnSpPr>
        <p:spPr>
          <a:xfrm flipH="1">
            <a:off x="8069441" y="2506085"/>
            <a:ext cx="770700" cy="1599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2" name="Google Shape;1722;p72"/>
          <p:cNvCxnSpPr>
            <a:stCxn id="1713" idx="3"/>
            <a:endCxn id="1717" idx="7"/>
          </p:cNvCxnSpPr>
          <p:nvPr/>
        </p:nvCxnSpPr>
        <p:spPr>
          <a:xfrm flipH="1">
            <a:off x="8136215" y="3824810"/>
            <a:ext cx="276900" cy="5850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3" name="Google Shape;1723;p72"/>
          <p:cNvSpPr/>
          <p:nvPr/>
        </p:nvSpPr>
        <p:spPr>
          <a:xfrm>
            <a:off x="11337290" y="3937894"/>
            <a:ext cx="593069" cy="605909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1724" name="Google Shape;1724;p72"/>
          <p:cNvCxnSpPr>
            <a:stCxn id="1714" idx="5"/>
            <a:endCxn id="1723" idx="1"/>
          </p:cNvCxnSpPr>
          <p:nvPr/>
        </p:nvCxnSpPr>
        <p:spPr>
          <a:xfrm>
            <a:off x="10991809" y="3554488"/>
            <a:ext cx="432300" cy="4722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5" name="Google Shape;1725;p72"/>
          <p:cNvCxnSpPr>
            <a:stCxn id="1716" idx="6"/>
            <a:endCxn id="1723" idx="3"/>
          </p:cNvCxnSpPr>
          <p:nvPr/>
        </p:nvCxnSpPr>
        <p:spPr>
          <a:xfrm>
            <a:off x="9931763" y="4187231"/>
            <a:ext cx="1492500" cy="267900"/>
          </a:xfrm>
          <a:prstGeom prst="straightConnector1">
            <a:avLst/>
          </a:prstGeom>
          <a:noFill/>
          <a:ln cap="flat" cmpd="sng" w="254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6" name="Google Shape;1726;p72"/>
          <p:cNvCxnSpPr>
            <a:stCxn id="1716" idx="7"/>
            <a:endCxn id="1714" idx="3"/>
          </p:cNvCxnSpPr>
          <p:nvPr/>
        </p:nvCxnSpPr>
        <p:spPr>
          <a:xfrm flipH="1" rot="10800000">
            <a:off x="9844910" y="3554509"/>
            <a:ext cx="727500" cy="418500"/>
          </a:xfrm>
          <a:prstGeom prst="straightConnector1">
            <a:avLst/>
          </a:prstGeom>
          <a:noFill/>
          <a:ln cap="flat" cmpd="sng" w="635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7" name="Google Shape;1727;p72"/>
          <p:cNvCxnSpPr>
            <a:stCxn id="1717" idx="1"/>
            <a:endCxn id="1715" idx="4"/>
          </p:cNvCxnSpPr>
          <p:nvPr/>
        </p:nvCxnSpPr>
        <p:spPr>
          <a:xfrm flipH="1" rot="10800000">
            <a:off x="7716708" y="2968983"/>
            <a:ext cx="26700" cy="1440900"/>
          </a:xfrm>
          <a:prstGeom prst="straightConnector1">
            <a:avLst/>
          </a:prstGeom>
          <a:noFill/>
          <a:ln cap="flat" cmpd="sng" w="254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7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hu-HU"/>
              <a:t>Now let’s see some exercises!</a:t>
            </a:r>
            <a:endParaRPr/>
          </a:p>
        </p:txBody>
      </p:sp>
      <p:sp>
        <p:nvSpPr>
          <p:cNvPr id="1733" name="Google Shape;1733;p7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